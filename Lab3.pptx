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392" r:id="rId3"/>
    <p:sldId id="391" r:id="rId4"/>
    <p:sldId id="351" r:id="rId5"/>
    <p:sldId id="388" r:id="rId6"/>
    <p:sldId id="356" r:id="rId7"/>
    <p:sldId id="349" r:id="rId8"/>
    <p:sldId id="389" r:id="rId9"/>
    <p:sldId id="347" r:id="rId10"/>
    <p:sldId id="394" r:id="rId11"/>
    <p:sldId id="395" r:id="rId12"/>
    <p:sldId id="396" r:id="rId13"/>
    <p:sldId id="357" r:id="rId14"/>
    <p:sldId id="360" r:id="rId15"/>
    <p:sldId id="364" r:id="rId16"/>
    <p:sldId id="362" r:id="rId17"/>
    <p:sldId id="365" r:id="rId18"/>
    <p:sldId id="366" r:id="rId19"/>
    <p:sldId id="368" r:id="rId20"/>
    <p:sldId id="397" r:id="rId21"/>
    <p:sldId id="398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99" r:id="rId30"/>
    <p:sldId id="400" r:id="rId31"/>
    <p:sldId id="401" r:id="rId32"/>
    <p:sldId id="382" r:id="rId33"/>
    <p:sldId id="278" r:id="rId34"/>
  </p:sldIdLst>
  <p:sldSz cx="12192000" cy="6858000"/>
  <p:notesSz cx="6858000" cy="9144000"/>
  <p:embeddedFontLst>
    <p:embeddedFont>
      <p:font typeface="Klee One" panose="02020500000000000000" charset="-120"/>
      <p:regular r:id="rId37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0759"/>
    <a:srgbClr val="E9EDF4"/>
    <a:srgbClr val="D0D8E8"/>
    <a:srgbClr val="5D26C1"/>
    <a:srgbClr val="1F1F1F"/>
    <a:srgbClr val="A17FE0"/>
    <a:srgbClr val="8E2DE2"/>
    <a:srgbClr val="FF0078"/>
    <a:srgbClr val="C03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605B34-BD60-41D1-9548-6DC1D220AD39}" v="4" dt="2023-10-17T08:48:20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82303" autoAdjust="0"/>
  </p:normalViewPr>
  <p:slideViewPr>
    <p:cSldViewPr snapToGrid="0">
      <p:cViewPr varScale="1">
        <p:scale>
          <a:sx n="82" d="100"/>
          <a:sy n="82" d="100"/>
        </p:scale>
        <p:origin x="1259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子閎 林" userId="d496ebd3736cf63e" providerId="LiveId" clId="{E8605B34-BD60-41D1-9548-6DC1D220AD39}"/>
    <pc:docChg chg="undo custSel addSld delSld modSld">
      <pc:chgData name="子閎 林" userId="d496ebd3736cf63e" providerId="LiveId" clId="{E8605B34-BD60-41D1-9548-6DC1D220AD39}" dt="2023-10-17T09:16:50.869" v="576" actId="20577"/>
      <pc:docMkLst>
        <pc:docMk/>
      </pc:docMkLst>
      <pc:sldChg chg="modSp mod">
        <pc:chgData name="子閎 林" userId="d496ebd3736cf63e" providerId="LiveId" clId="{E8605B34-BD60-41D1-9548-6DC1D220AD39}" dt="2023-10-17T08:31:45.917" v="308" actId="948"/>
        <pc:sldMkLst>
          <pc:docMk/>
          <pc:sldMk cId="3223343692" sldId="258"/>
        </pc:sldMkLst>
        <pc:spChg chg="mod">
          <ac:chgData name="子閎 林" userId="d496ebd3736cf63e" providerId="LiveId" clId="{E8605B34-BD60-41D1-9548-6DC1D220AD39}" dt="2023-10-17T08:31:45.917" v="308" actId="948"/>
          <ac:spMkLst>
            <pc:docMk/>
            <pc:sldMk cId="3223343692" sldId="258"/>
            <ac:spMk id="9" creationId="{E63C22C5-0AE6-C4DD-FF4E-4294FB8E02E6}"/>
          </ac:spMkLst>
        </pc:spChg>
      </pc:sldChg>
      <pc:sldChg chg="modSp mod">
        <pc:chgData name="子閎 林" userId="d496ebd3736cf63e" providerId="LiveId" clId="{E8605B34-BD60-41D1-9548-6DC1D220AD39}" dt="2023-10-17T08:31:57.252" v="309" actId="948"/>
        <pc:sldMkLst>
          <pc:docMk/>
          <pc:sldMk cId="1484549544" sldId="288"/>
        </pc:sldMkLst>
        <pc:spChg chg="mod">
          <ac:chgData name="子閎 林" userId="d496ebd3736cf63e" providerId="LiveId" clId="{E8605B34-BD60-41D1-9548-6DC1D220AD39}" dt="2023-10-17T08:31:57.252" v="309" actId="948"/>
          <ac:spMkLst>
            <pc:docMk/>
            <pc:sldMk cId="1484549544" sldId="288"/>
            <ac:spMk id="9" creationId="{E63C22C5-0AE6-C4DD-FF4E-4294FB8E02E6}"/>
          </ac:spMkLst>
        </pc:spChg>
      </pc:sldChg>
      <pc:sldChg chg="modSp mod">
        <pc:chgData name="子閎 林" userId="d496ebd3736cf63e" providerId="LiveId" clId="{E8605B34-BD60-41D1-9548-6DC1D220AD39}" dt="2023-10-17T09:16:50.869" v="576" actId="20577"/>
        <pc:sldMkLst>
          <pc:docMk/>
          <pc:sldMk cId="2087124329" sldId="289"/>
        </pc:sldMkLst>
        <pc:spChg chg="mod">
          <ac:chgData name="子閎 林" userId="d496ebd3736cf63e" providerId="LiveId" clId="{E8605B34-BD60-41D1-9548-6DC1D220AD39}" dt="2023-10-17T09:16:50.869" v="576" actId="20577"/>
          <ac:spMkLst>
            <pc:docMk/>
            <pc:sldMk cId="2087124329" sldId="289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33:37.840" v="326" actId="948"/>
          <ac:spMkLst>
            <pc:docMk/>
            <pc:sldMk cId="2087124329" sldId="289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33:42.398" v="327" actId="1076"/>
          <ac:picMkLst>
            <pc:docMk/>
            <pc:sldMk cId="2087124329" sldId="289"/>
            <ac:picMk id="11" creationId="{EF8B3F8A-F751-48BC-2DFA-F2EF3231B1F9}"/>
          </ac:picMkLst>
        </pc:picChg>
      </pc:sldChg>
      <pc:sldChg chg="modSp mod">
        <pc:chgData name="子閎 林" userId="d496ebd3736cf63e" providerId="LiveId" clId="{E8605B34-BD60-41D1-9548-6DC1D220AD39}" dt="2023-10-17T09:16:36.995" v="572" actId="20577"/>
        <pc:sldMkLst>
          <pc:docMk/>
          <pc:sldMk cId="3308054466" sldId="290"/>
        </pc:sldMkLst>
        <pc:spChg chg="mod">
          <ac:chgData name="子閎 林" userId="d496ebd3736cf63e" providerId="LiveId" clId="{E8605B34-BD60-41D1-9548-6DC1D220AD39}" dt="2023-10-17T09:16:36.995" v="572" actId="20577"/>
          <ac:spMkLst>
            <pc:docMk/>
            <pc:sldMk cId="3308054466" sldId="290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34:45.466" v="349" actId="948"/>
          <ac:spMkLst>
            <pc:docMk/>
            <pc:sldMk cId="3308054466" sldId="290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34:47.837" v="350" actId="1076"/>
          <ac:grpSpMkLst>
            <pc:docMk/>
            <pc:sldMk cId="3308054466" sldId="290"/>
            <ac:grpSpMk id="4" creationId="{AC77D79B-8D66-7D4D-E0B1-C978799E03AE}"/>
          </ac:grpSpMkLst>
        </pc:grpChg>
      </pc:sldChg>
      <pc:sldChg chg="modSp mod">
        <pc:chgData name="子閎 林" userId="d496ebd3736cf63e" providerId="LiveId" clId="{E8605B34-BD60-41D1-9548-6DC1D220AD39}" dt="2023-10-17T09:16:32.152" v="570" actId="20577"/>
        <pc:sldMkLst>
          <pc:docMk/>
          <pc:sldMk cId="2397369793" sldId="291"/>
        </pc:sldMkLst>
        <pc:spChg chg="mod">
          <ac:chgData name="子閎 林" userId="d496ebd3736cf63e" providerId="LiveId" clId="{E8605B34-BD60-41D1-9548-6DC1D220AD39}" dt="2023-10-17T09:16:32.152" v="570" actId="20577"/>
          <ac:spMkLst>
            <pc:docMk/>
            <pc:sldMk cId="2397369793" sldId="291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34:57.797" v="351" actId="948"/>
          <ac:spMkLst>
            <pc:docMk/>
            <pc:sldMk cId="2397369793" sldId="291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35:13.632" v="354" actId="1076"/>
          <ac:grpSpMkLst>
            <pc:docMk/>
            <pc:sldMk cId="2397369793" sldId="291"/>
            <ac:grpSpMk id="6" creationId="{024FD563-D076-4951-10F3-FC226986DCDD}"/>
          </ac:grpSpMkLst>
        </pc:grpChg>
      </pc:sldChg>
      <pc:sldChg chg="modSp mod">
        <pc:chgData name="子閎 林" userId="d496ebd3736cf63e" providerId="LiveId" clId="{E8605B34-BD60-41D1-9548-6DC1D220AD39}" dt="2023-10-17T09:16:26.596" v="566" actId="20577"/>
        <pc:sldMkLst>
          <pc:docMk/>
          <pc:sldMk cId="2486889218" sldId="292"/>
        </pc:sldMkLst>
        <pc:spChg chg="mod">
          <ac:chgData name="子閎 林" userId="d496ebd3736cf63e" providerId="LiveId" clId="{E8605B34-BD60-41D1-9548-6DC1D220AD39}" dt="2023-10-17T09:16:26.596" v="566" actId="20577"/>
          <ac:spMkLst>
            <pc:docMk/>
            <pc:sldMk cId="2486889218" sldId="292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35:26.286" v="355" actId="948"/>
          <ac:spMkLst>
            <pc:docMk/>
            <pc:sldMk cId="2486889218" sldId="292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35:37.341" v="358" actId="1076"/>
          <ac:picMkLst>
            <pc:docMk/>
            <pc:sldMk cId="2486889218" sldId="292"/>
            <ac:picMk id="12" creationId="{5AC4B737-0B2A-ED87-416A-CA534FD2FCAF}"/>
          </ac:picMkLst>
        </pc:picChg>
      </pc:sldChg>
      <pc:sldChg chg="modSp mod">
        <pc:chgData name="子閎 林" userId="d496ebd3736cf63e" providerId="LiveId" clId="{E8605B34-BD60-41D1-9548-6DC1D220AD39}" dt="2023-10-17T09:16:22.297" v="564" actId="20577"/>
        <pc:sldMkLst>
          <pc:docMk/>
          <pc:sldMk cId="1861092785" sldId="293"/>
        </pc:sldMkLst>
        <pc:spChg chg="mod">
          <ac:chgData name="子閎 林" userId="d496ebd3736cf63e" providerId="LiveId" clId="{E8605B34-BD60-41D1-9548-6DC1D220AD39}" dt="2023-10-17T09:16:22.297" v="564" actId="20577"/>
          <ac:spMkLst>
            <pc:docMk/>
            <pc:sldMk cId="1861092785" sldId="293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36:04.271" v="359" actId="948"/>
          <ac:spMkLst>
            <pc:docMk/>
            <pc:sldMk cId="1861092785" sldId="293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36:07.099" v="360" actId="1076"/>
          <ac:picMkLst>
            <pc:docMk/>
            <pc:sldMk cId="1861092785" sldId="293"/>
            <ac:picMk id="6" creationId="{5ED8C744-E83F-0E9A-1899-566B8AA42E69}"/>
          </ac:picMkLst>
        </pc:picChg>
      </pc:sldChg>
      <pc:sldChg chg="modSp mod">
        <pc:chgData name="子閎 林" userId="d496ebd3736cf63e" providerId="LiveId" clId="{E8605B34-BD60-41D1-9548-6DC1D220AD39}" dt="2023-10-17T09:16:18.197" v="562" actId="20577"/>
        <pc:sldMkLst>
          <pc:docMk/>
          <pc:sldMk cId="334558764" sldId="294"/>
        </pc:sldMkLst>
        <pc:spChg chg="mod">
          <ac:chgData name="子閎 林" userId="d496ebd3736cf63e" providerId="LiveId" clId="{E8605B34-BD60-41D1-9548-6DC1D220AD39}" dt="2023-10-17T09:16:18.197" v="562" actId="20577"/>
          <ac:spMkLst>
            <pc:docMk/>
            <pc:sldMk cId="334558764" sldId="294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41:06.941" v="400" actId="207"/>
          <ac:spMkLst>
            <pc:docMk/>
            <pc:sldMk cId="334558764" sldId="294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36:18.145" v="362" actId="1076"/>
          <ac:picMkLst>
            <pc:docMk/>
            <pc:sldMk cId="334558764" sldId="294"/>
            <ac:picMk id="7" creationId="{729A26EA-C475-D3F4-7734-CCA688882FE1}"/>
          </ac:picMkLst>
        </pc:picChg>
      </pc:sldChg>
      <pc:sldChg chg="modSp mod">
        <pc:chgData name="子閎 林" userId="d496ebd3736cf63e" providerId="LiveId" clId="{E8605B34-BD60-41D1-9548-6DC1D220AD39}" dt="2023-10-17T09:16:13.953" v="560" actId="20577"/>
        <pc:sldMkLst>
          <pc:docMk/>
          <pc:sldMk cId="1040226851" sldId="295"/>
        </pc:sldMkLst>
        <pc:spChg chg="mod">
          <ac:chgData name="子閎 林" userId="d496ebd3736cf63e" providerId="LiveId" clId="{E8605B34-BD60-41D1-9548-6DC1D220AD39}" dt="2023-10-17T09:16:13.953" v="560" actId="20577"/>
          <ac:spMkLst>
            <pc:docMk/>
            <pc:sldMk cId="1040226851" sldId="295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36:42.406" v="367" actId="2711"/>
          <ac:spMkLst>
            <pc:docMk/>
            <pc:sldMk cId="1040226851" sldId="295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36:59.800" v="370" actId="1076"/>
          <ac:grpSpMkLst>
            <pc:docMk/>
            <pc:sldMk cId="1040226851" sldId="295"/>
            <ac:grpSpMk id="7" creationId="{B6A98A5E-5488-8E10-7218-B5EC62C667CC}"/>
          </ac:grpSpMkLst>
        </pc:grpChg>
      </pc:sldChg>
      <pc:sldChg chg="modSp mod">
        <pc:chgData name="子閎 林" userId="d496ebd3736cf63e" providerId="LiveId" clId="{E8605B34-BD60-41D1-9548-6DC1D220AD39}" dt="2023-10-17T09:16:09.739" v="557" actId="20577"/>
        <pc:sldMkLst>
          <pc:docMk/>
          <pc:sldMk cId="3955075714" sldId="296"/>
        </pc:sldMkLst>
        <pc:spChg chg="mod">
          <ac:chgData name="子閎 林" userId="d496ebd3736cf63e" providerId="LiveId" clId="{E8605B34-BD60-41D1-9548-6DC1D220AD39}" dt="2023-10-17T09:16:09.739" v="557" actId="20577"/>
          <ac:spMkLst>
            <pc:docMk/>
            <pc:sldMk cId="3955075714" sldId="296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37:14.554" v="371" actId="108"/>
          <ac:spMkLst>
            <pc:docMk/>
            <pc:sldMk cId="3955075714" sldId="296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38:08.364" v="376" actId="1076"/>
          <ac:grpSpMkLst>
            <pc:docMk/>
            <pc:sldMk cId="3955075714" sldId="296"/>
            <ac:grpSpMk id="4" creationId="{5567FADB-6CB4-CEF0-5310-6B2CFFAC0DF7}"/>
          </ac:grpSpMkLst>
        </pc:grpChg>
        <pc:grpChg chg="mod">
          <ac:chgData name="子閎 林" userId="d496ebd3736cf63e" providerId="LiveId" clId="{E8605B34-BD60-41D1-9548-6DC1D220AD39}" dt="2023-10-17T08:38:15.230" v="377" actId="1076"/>
          <ac:grpSpMkLst>
            <pc:docMk/>
            <pc:sldMk cId="3955075714" sldId="296"/>
            <ac:grpSpMk id="6" creationId="{BB4F6BE8-4C81-0BE9-B678-569D40CB410C}"/>
          </ac:grpSpMkLst>
        </pc:grpChg>
      </pc:sldChg>
      <pc:sldChg chg="modSp mod">
        <pc:chgData name="子閎 林" userId="d496ebd3736cf63e" providerId="LiveId" clId="{E8605B34-BD60-41D1-9548-6DC1D220AD39}" dt="2023-10-17T09:16:06.057" v="554" actId="20577"/>
        <pc:sldMkLst>
          <pc:docMk/>
          <pc:sldMk cId="514993357" sldId="297"/>
        </pc:sldMkLst>
        <pc:spChg chg="mod">
          <ac:chgData name="子閎 林" userId="d496ebd3736cf63e" providerId="LiveId" clId="{E8605B34-BD60-41D1-9548-6DC1D220AD39}" dt="2023-10-17T09:16:06.057" v="554" actId="20577"/>
          <ac:spMkLst>
            <pc:docMk/>
            <pc:sldMk cId="514993357" sldId="297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41:31.475" v="402" actId="113"/>
          <ac:spMkLst>
            <pc:docMk/>
            <pc:sldMk cId="514993357" sldId="297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41:46.037" v="404" actId="1076"/>
          <ac:grpSpMkLst>
            <pc:docMk/>
            <pc:sldMk cId="514993357" sldId="297"/>
            <ac:grpSpMk id="4" creationId="{FCFF7B61-3845-25B9-A7FD-151C8027CD0A}"/>
          </ac:grpSpMkLst>
        </pc:grpChg>
      </pc:sldChg>
      <pc:sldChg chg="modSp mod">
        <pc:chgData name="子閎 林" userId="d496ebd3736cf63e" providerId="LiveId" clId="{E8605B34-BD60-41D1-9548-6DC1D220AD39}" dt="2023-10-17T08:39:58.268" v="391" actId="1076"/>
        <pc:sldMkLst>
          <pc:docMk/>
          <pc:sldMk cId="3555182047" sldId="298"/>
        </pc:sldMkLst>
        <pc:spChg chg="mod">
          <ac:chgData name="子閎 林" userId="d496ebd3736cf63e" providerId="LiveId" clId="{E8605B34-BD60-41D1-9548-6DC1D220AD39}" dt="2023-10-17T08:39:44.149" v="388" actId="948"/>
          <ac:spMkLst>
            <pc:docMk/>
            <pc:sldMk cId="3555182047" sldId="298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39:58.268" v="391" actId="1076"/>
          <ac:picMkLst>
            <pc:docMk/>
            <pc:sldMk cId="3555182047" sldId="298"/>
            <ac:picMk id="13" creationId="{B6FC13B4-A932-6F9A-C22C-FE44802533B4}"/>
          </ac:picMkLst>
        </pc:picChg>
      </pc:sldChg>
      <pc:sldChg chg="modSp mod">
        <pc:chgData name="子閎 林" userId="d496ebd3736cf63e" providerId="LiveId" clId="{E8605B34-BD60-41D1-9548-6DC1D220AD39}" dt="2023-10-17T08:40:31.188" v="397" actId="1076"/>
        <pc:sldMkLst>
          <pc:docMk/>
          <pc:sldMk cId="2288511184" sldId="299"/>
        </pc:sldMkLst>
        <pc:spChg chg="mod">
          <ac:chgData name="子閎 林" userId="d496ebd3736cf63e" providerId="LiveId" clId="{E8605B34-BD60-41D1-9548-6DC1D220AD39}" dt="2023-10-17T08:40:18.821" v="394" actId="948"/>
          <ac:spMkLst>
            <pc:docMk/>
            <pc:sldMk cId="2288511184" sldId="299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40:31.188" v="397" actId="1076"/>
          <ac:grpSpMkLst>
            <pc:docMk/>
            <pc:sldMk cId="2288511184" sldId="299"/>
            <ac:grpSpMk id="13" creationId="{F13F8E9C-9E81-9782-EF2E-A784DE14966D}"/>
          </ac:grpSpMkLst>
        </pc:grpChg>
      </pc:sldChg>
      <pc:sldChg chg="modSp mod">
        <pc:chgData name="子閎 林" userId="d496ebd3736cf63e" providerId="LiveId" clId="{E8605B34-BD60-41D1-9548-6DC1D220AD39}" dt="2023-10-17T08:42:44.628" v="429" actId="1035"/>
        <pc:sldMkLst>
          <pc:docMk/>
          <pc:sldMk cId="4175706648" sldId="300"/>
        </pc:sldMkLst>
        <pc:spChg chg="mod">
          <ac:chgData name="子閎 林" userId="d496ebd3736cf63e" providerId="LiveId" clId="{E8605B34-BD60-41D1-9548-6DC1D220AD39}" dt="2023-10-17T08:42:08.099" v="405" actId="948"/>
          <ac:spMkLst>
            <pc:docMk/>
            <pc:sldMk cId="4175706648" sldId="300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42:34.763" v="409" actId="1076"/>
          <ac:grpSpMkLst>
            <pc:docMk/>
            <pc:sldMk cId="4175706648" sldId="300"/>
            <ac:grpSpMk id="6" creationId="{EBE7CE6D-EF65-62CD-450A-592D442D85B3}"/>
          </ac:grpSpMkLst>
        </pc:grpChg>
        <pc:picChg chg="mod">
          <ac:chgData name="子閎 林" userId="d496ebd3736cf63e" providerId="LiveId" clId="{E8605B34-BD60-41D1-9548-6DC1D220AD39}" dt="2023-10-17T08:42:44.628" v="429" actId="1035"/>
          <ac:picMkLst>
            <pc:docMk/>
            <pc:sldMk cId="4175706648" sldId="300"/>
            <ac:picMk id="7" creationId="{1C119B3D-2583-6074-F760-97E9ED4D7422}"/>
          </ac:picMkLst>
        </pc:picChg>
      </pc:sldChg>
      <pc:sldChg chg="modSp mod">
        <pc:chgData name="子閎 林" userId="d496ebd3736cf63e" providerId="LiveId" clId="{E8605B34-BD60-41D1-9548-6DC1D220AD39}" dt="2023-10-17T08:43:07.097" v="433" actId="1076"/>
        <pc:sldMkLst>
          <pc:docMk/>
          <pc:sldMk cId="3050302795" sldId="301"/>
        </pc:sldMkLst>
        <pc:spChg chg="mod">
          <ac:chgData name="子閎 林" userId="d496ebd3736cf63e" providerId="LiveId" clId="{E8605B34-BD60-41D1-9548-6DC1D220AD39}" dt="2023-10-17T08:42:56.252" v="430" actId="948"/>
          <ac:spMkLst>
            <pc:docMk/>
            <pc:sldMk cId="3050302795" sldId="301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43:07.097" v="433" actId="1076"/>
          <ac:picMkLst>
            <pc:docMk/>
            <pc:sldMk cId="3050302795" sldId="301"/>
            <ac:picMk id="12" creationId="{D7705C44-3035-5812-0C8F-3E45D67499D3}"/>
          </ac:picMkLst>
        </pc:picChg>
      </pc:sldChg>
      <pc:sldChg chg="modSp mod">
        <pc:chgData name="子閎 林" userId="d496ebd3736cf63e" providerId="LiveId" clId="{E8605B34-BD60-41D1-9548-6DC1D220AD39}" dt="2023-10-17T08:43:24.499" v="436" actId="14100"/>
        <pc:sldMkLst>
          <pc:docMk/>
          <pc:sldMk cId="1181746762" sldId="302"/>
        </pc:sldMkLst>
        <pc:spChg chg="mod">
          <ac:chgData name="子閎 林" userId="d496ebd3736cf63e" providerId="LiveId" clId="{E8605B34-BD60-41D1-9548-6DC1D220AD39}" dt="2023-10-17T08:43:17.170" v="434" actId="948"/>
          <ac:spMkLst>
            <pc:docMk/>
            <pc:sldMk cId="1181746762" sldId="302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43:24.499" v="436" actId="14100"/>
          <ac:picMkLst>
            <pc:docMk/>
            <pc:sldMk cId="1181746762" sldId="302"/>
            <ac:picMk id="6" creationId="{0A570BAE-5F8C-3379-0BCB-9A49A94F91FA}"/>
          </ac:picMkLst>
        </pc:picChg>
      </pc:sldChg>
      <pc:sldChg chg="modSp mod">
        <pc:chgData name="子閎 林" userId="d496ebd3736cf63e" providerId="LiveId" clId="{E8605B34-BD60-41D1-9548-6DC1D220AD39}" dt="2023-10-17T08:44:01.047" v="441" actId="1076"/>
        <pc:sldMkLst>
          <pc:docMk/>
          <pc:sldMk cId="2800099932" sldId="303"/>
        </pc:sldMkLst>
        <pc:spChg chg="mod">
          <ac:chgData name="子閎 林" userId="d496ebd3736cf63e" providerId="LiveId" clId="{E8605B34-BD60-41D1-9548-6DC1D220AD39}" dt="2023-10-17T08:43:36.496" v="437" actId="948"/>
          <ac:spMkLst>
            <pc:docMk/>
            <pc:sldMk cId="2800099932" sldId="303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44:01.047" v="441" actId="1076"/>
          <ac:grpSpMkLst>
            <pc:docMk/>
            <pc:sldMk cId="2800099932" sldId="303"/>
            <ac:grpSpMk id="4" creationId="{06EFE363-F9AC-712D-FFB8-E280FC087E14}"/>
          </ac:grpSpMkLst>
        </pc:grpChg>
      </pc:sldChg>
      <pc:sldChg chg="modSp mod">
        <pc:chgData name="子閎 林" userId="d496ebd3736cf63e" providerId="LiveId" clId="{E8605B34-BD60-41D1-9548-6DC1D220AD39}" dt="2023-10-17T08:44:40.959" v="446" actId="1076"/>
        <pc:sldMkLst>
          <pc:docMk/>
          <pc:sldMk cId="4136858175" sldId="304"/>
        </pc:sldMkLst>
        <pc:spChg chg="mod">
          <ac:chgData name="子閎 林" userId="d496ebd3736cf63e" providerId="LiveId" clId="{E8605B34-BD60-41D1-9548-6DC1D220AD39}" dt="2023-10-17T08:44:23.154" v="443" actId="948"/>
          <ac:spMkLst>
            <pc:docMk/>
            <pc:sldMk cId="4136858175" sldId="304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44:40.959" v="446" actId="1076"/>
          <ac:grpSpMkLst>
            <pc:docMk/>
            <pc:sldMk cId="4136858175" sldId="304"/>
            <ac:grpSpMk id="4" creationId="{6EB35A34-C2F6-E977-428D-64F4DD917DD3}"/>
          </ac:grpSpMkLst>
        </pc:grpChg>
      </pc:sldChg>
      <pc:sldChg chg="modSp mod">
        <pc:chgData name="子閎 林" userId="d496ebd3736cf63e" providerId="LiveId" clId="{E8605B34-BD60-41D1-9548-6DC1D220AD39}" dt="2023-10-17T08:45:23.446" v="451" actId="1076"/>
        <pc:sldMkLst>
          <pc:docMk/>
          <pc:sldMk cId="1863326103" sldId="305"/>
        </pc:sldMkLst>
        <pc:spChg chg="mod">
          <ac:chgData name="子閎 林" userId="d496ebd3736cf63e" providerId="LiveId" clId="{E8605B34-BD60-41D1-9548-6DC1D220AD39}" dt="2023-10-17T08:44:51.872" v="447" actId="948"/>
          <ac:spMkLst>
            <pc:docMk/>
            <pc:sldMk cId="1863326103" sldId="305"/>
            <ac:spMk id="9" creationId="{E63C22C5-0AE6-C4DD-FF4E-4294FB8E02E6}"/>
          </ac:spMkLst>
        </pc:spChg>
        <pc:picChg chg="mod modCrop">
          <ac:chgData name="子閎 林" userId="d496ebd3736cf63e" providerId="LiveId" clId="{E8605B34-BD60-41D1-9548-6DC1D220AD39}" dt="2023-10-17T08:45:23.446" v="451" actId="1076"/>
          <ac:picMkLst>
            <pc:docMk/>
            <pc:sldMk cId="1863326103" sldId="305"/>
            <ac:picMk id="16" creationId="{6E2CB6B6-F78A-25F5-D118-E920814C4D1B}"/>
          </ac:picMkLst>
        </pc:picChg>
      </pc:sldChg>
      <pc:sldChg chg="modSp mod">
        <pc:chgData name="子閎 林" userId="d496ebd3736cf63e" providerId="LiveId" clId="{E8605B34-BD60-41D1-9548-6DC1D220AD39}" dt="2023-10-17T08:45:46.751" v="455" actId="1076"/>
        <pc:sldMkLst>
          <pc:docMk/>
          <pc:sldMk cId="97179033" sldId="306"/>
        </pc:sldMkLst>
        <pc:spChg chg="mod">
          <ac:chgData name="子閎 林" userId="d496ebd3736cf63e" providerId="LiveId" clId="{E8605B34-BD60-41D1-9548-6DC1D220AD39}" dt="2023-10-17T08:45:35.477" v="452" actId="948"/>
          <ac:spMkLst>
            <pc:docMk/>
            <pc:sldMk cId="97179033" sldId="306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45:46.751" v="455" actId="1076"/>
          <ac:picMkLst>
            <pc:docMk/>
            <pc:sldMk cId="97179033" sldId="306"/>
            <ac:picMk id="6" creationId="{C0385AFA-DC19-B8E1-BCD5-4C2E5AEF8EEC}"/>
          </ac:picMkLst>
        </pc:picChg>
      </pc:sldChg>
      <pc:sldChg chg="modSp mod">
        <pc:chgData name="子閎 林" userId="d496ebd3736cf63e" providerId="LiveId" clId="{E8605B34-BD60-41D1-9548-6DC1D220AD39}" dt="2023-10-17T08:46:06.204" v="459" actId="1076"/>
        <pc:sldMkLst>
          <pc:docMk/>
          <pc:sldMk cId="2957037106" sldId="307"/>
        </pc:sldMkLst>
        <pc:spChg chg="mod">
          <ac:chgData name="子閎 林" userId="d496ebd3736cf63e" providerId="LiveId" clId="{E8605B34-BD60-41D1-9548-6DC1D220AD39}" dt="2023-10-17T08:45:56.338" v="456" actId="948"/>
          <ac:spMkLst>
            <pc:docMk/>
            <pc:sldMk cId="2957037106" sldId="307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46:06.204" v="459" actId="1076"/>
          <ac:picMkLst>
            <pc:docMk/>
            <pc:sldMk cId="2957037106" sldId="307"/>
            <ac:picMk id="7" creationId="{B7AE4681-2AB7-C2FC-0508-3C5824A93A6B}"/>
          </ac:picMkLst>
        </pc:picChg>
      </pc:sldChg>
      <pc:sldChg chg="modSp mod">
        <pc:chgData name="子閎 林" userId="d496ebd3736cf63e" providerId="LiveId" clId="{E8605B34-BD60-41D1-9548-6DC1D220AD39}" dt="2023-10-17T08:46:26.167" v="463" actId="1076"/>
        <pc:sldMkLst>
          <pc:docMk/>
          <pc:sldMk cId="131446909" sldId="308"/>
        </pc:sldMkLst>
        <pc:spChg chg="mod">
          <ac:chgData name="子閎 林" userId="d496ebd3736cf63e" providerId="LiveId" clId="{E8605B34-BD60-41D1-9548-6DC1D220AD39}" dt="2023-10-17T08:46:15.006" v="460" actId="948"/>
          <ac:spMkLst>
            <pc:docMk/>
            <pc:sldMk cId="131446909" sldId="308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46:26.167" v="463" actId="1076"/>
          <ac:picMkLst>
            <pc:docMk/>
            <pc:sldMk cId="131446909" sldId="308"/>
            <ac:picMk id="6" creationId="{D5381740-D5BA-61B4-584F-550C0261E87C}"/>
          </ac:picMkLst>
        </pc:picChg>
      </pc:sldChg>
      <pc:sldChg chg="modSp mod">
        <pc:chgData name="子閎 林" userId="d496ebd3736cf63e" providerId="LiveId" clId="{E8605B34-BD60-41D1-9548-6DC1D220AD39}" dt="2023-10-17T08:46:53.505" v="467" actId="1076"/>
        <pc:sldMkLst>
          <pc:docMk/>
          <pc:sldMk cId="2030672780" sldId="309"/>
        </pc:sldMkLst>
        <pc:spChg chg="mod">
          <ac:chgData name="子閎 林" userId="d496ebd3736cf63e" providerId="LiveId" clId="{E8605B34-BD60-41D1-9548-6DC1D220AD39}" dt="2023-10-17T08:46:35.326" v="464" actId="948"/>
          <ac:spMkLst>
            <pc:docMk/>
            <pc:sldMk cId="2030672780" sldId="309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46:53.505" v="467" actId="1076"/>
          <ac:picMkLst>
            <pc:docMk/>
            <pc:sldMk cId="2030672780" sldId="309"/>
            <ac:picMk id="7" creationId="{E4874313-69A8-3B5C-6A2D-1F3C01285E8F}"/>
          </ac:picMkLst>
        </pc:picChg>
      </pc:sldChg>
      <pc:sldChg chg="addSp delSp modSp mod">
        <pc:chgData name="子閎 林" userId="d496ebd3736cf63e" providerId="LiveId" clId="{E8605B34-BD60-41D1-9548-6DC1D220AD39}" dt="2023-10-17T08:49:34.685" v="496" actId="1076"/>
        <pc:sldMkLst>
          <pc:docMk/>
          <pc:sldMk cId="2717837860" sldId="310"/>
        </pc:sldMkLst>
        <pc:spChg chg="mod topLvl">
          <ac:chgData name="子閎 林" userId="d496ebd3736cf63e" providerId="LiveId" clId="{E8605B34-BD60-41D1-9548-6DC1D220AD39}" dt="2023-10-17T08:48:57.416" v="488" actId="1037"/>
          <ac:spMkLst>
            <pc:docMk/>
            <pc:sldMk cId="2717837860" sldId="310"/>
            <ac:spMk id="4" creationId="{F4D1A2B8-39A2-58D5-26F1-8E2B9A958FD0}"/>
          </ac:spMkLst>
        </pc:spChg>
        <pc:spChg chg="mod topLvl">
          <ac:chgData name="子閎 林" userId="d496ebd3736cf63e" providerId="LiveId" clId="{E8605B34-BD60-41D1-9548-6DC1D220AD39}" dt="2023-10-17T08:49:09.092" v="493" actId="1037"/>
          <ac:spMkLst>
            <pc:docMk/>
            <pc:sldMk cId="2717837860" sldId="310"/>
            <ac:spMk id="7" creationId="{C02F9C8E-A308-92C7-D8AA-1B0340EBA112}"/>
          </ac:spMkLst>
        </pc:spChg>
        <pc:spChg chg="mod">
          <ac:chgData name="子閎 林" userId="d496ebd3736cf63e" providerId="LiveId" clId="{E8605B34-BD60-41D1-9548-6DC1D220AD39}" dt="2023-10-17T08:47:05.633" v="468" actId="948"/>
          <ac:spMkLst>
            <pc:docMk/>
            <pc:sldMk cId="2717837860" sldId="310"/>
            <ac:spMk id="9" creationId="{E63C22C5-0AE6-C4DD-FF4E-4294FB8E02E6}"/>
          </ac:spMkLst>
        </pc:spChg>
        <pc:spChg chg="mod topLvl">
          <ac:chgData name="子閎 林" userId="d496ebd3736cf63e" providerId="LiveId" clId="{E8605B34-BD60-41D1-9548-6DC1D220AD39}" dt="2023-10-17T08:49:34.685" v="496" actId="1076"/>
          <ac:spMkLst>
            <pc:docMk/>
            <pc:sldMk cId="2717837860" sldId="310"/>
            <ac:spMk id="11" creationId="{8CD208B4-A0EB-A537-2BD2-5DB842FB0F78}"/>
          </ac:spMkLst>
        </pc:spChg>
        <pc:spChg chg="mod topLvl">
          <ac:chgData name="子閎 林" userId="d496ebd3736cf63e" providerId="LiveId" clId="{E8605B34-BD60-41D1-9548-6DC1D220AD39}" dt="2023-10-17T08:49:16.806" v="494" actId="1076"/>
          <ac:spMkLst>
            <pc:docMk/>
            <pc:sldMk cId="2717837860" sldId="310"/>
            <ac:spMk id="12" creationId="{1AA052B0-485D-2CA2-CC3E-DB5308B152B6}"/>
          </ac:spMkLst>
        </pc:spChg>
        <pc:spChg chg="mod topLvl">
          <ac:chgData name="子閎 林" userId="d496ebd3736cf63e" providerId="LiveId" clId="{E8605B34-BD60-41D1-9548-6DC1D220AD39}" dt="2023-10-17T08:49:27.317" v="495" actId="1076"/>
          <ac:spMkLst>
            <pc:docMk/>
            <pc:sldMk cId="2717837860" sldId="310"/>
            <ac:spMk id="13" creationId="{BEEAE77F-C062-B2D9-DC76-99215F340AA8}"/>
          </ac:spMkLst>
        </pc:spChg>
        <pc:grpChg chg="add del mod">
          <ac:chgData name="子閎 林" userId="d496ebd3736cf63e" providerId="LiveId" clId="{E8605B34-BD60-41D1-9548-6DC1D220AD39}" dt="2023-10-17T08:48:20.277" v="481" actId="165"/>
          <ac:grpSpMkLst>
            <pc:docMk/>
            <pc:sldMk cId="2717837860" sldId="310"/>
            <ac:grpSpMk id="14" creationId="{A5CB0C91-55FD-2B94-EB8B-F592F1A0F939}"/>
          </ac:grpSpMkLst>
        </pc:grpChg>
        <pc:picChg chg="mod topLvl">
          <ac:chgData name="子閎 林" userId="d496ebd3736cf63e" providerId="LiveId" clId="{E8605B34-BD60-41D1-9548-6DC1D220AD39}" dt="2023-10-17T08:48:46.932" v="485" actId="1076"/>
          <ac:picMkLst>
            <pc:docMk/>
            <pc:sldMk cId="2717837860" sldId="310"/>
            <ac:picMk id="6" creationId="{FDAB6B29-3D88-BA92-395F-4A536D39C10B}"/>
          </ac:picMkLst>
        </pc:picChg>
      </pc:sldChg>
      <pc:sldChg chg="modSp mod">
        <pc:chgData name="子閎 林" userId="d496ebd3736cf63e" providerId="LiveId" clId="{E8605B34-BD60-41D1-9548-6DC1D220AD39}" dt="2023-10-17T08:50:27.704" v="507" actId="1076"/>
        <pc:sldMkLst>
          <pc:docMk/>
          <pc:sldMk cId="1895003857" sldId="311"/>
        </pc:sldMkLst>
        <pc:spChg chg="mod">
          <ac:chgData name="子閎 林" userId="d496ebd3736cf63e" providerId="LiveId" clId="{E8605B34-BD60-41D1-9548-6DC1D220AD39}" dt="2023-10-17T08:49:47.290" v="497" actId="948"/>
          <ac:spMkLst>
            <pc:docMk/>
            <pc:sldMk cId="1895003857" sldId="311"/>
            <ac:spMk id="9" creationId="{E63C22C5-0AE6-C4DD-FF4E-4294FB8E02E6}"/>
          </ac:spMkLst>
        </pc:spChg>
        <pc:spChg chg="mod">
          <ac:chgData name="子閎 林" userId="d496ebd3736cf63e" providerId="LiveId" clId="{E8605B34-BD60-41D1-9548-6DC1D220AD39}" dt="2023-10-17T08:50:23.940" v="506" actId="14100"/>
          <ac:spMkLst>
            <pc:docMk/>
            <pc:sldMk cId="1895003857" sldId="311"/>
            <ac:spMk id="11" creationId="{65E8D5AE-B4B1-51A2-DC2B-6BDC34B4B8EA}"/>
          </ac:spMkLst>
        </pc:spChg>
        <pc:spChg chg="mod">
          <ac:chgData name="子閎 林" userId="d496ebd3736cf63e" providerId="LiveId" clId="{E8605B34-BD60-41D1-9548-6DC1D220AD39}" dt="2023-10-17T08:50:27.704" v="507" actId="1076"/>
          <ac:spMkLst>
            <pc:docMk/>
            <pc:sldMk cId="1895003857" sldId="311"/>
            <ac:spMk id="12" creationId="{E9A8B2BD-3766-2FA0-7BA4-BB81191F1DCE}"/>
          </ac:spMkLst>
        </pc:spChg>
        <pc:picChg chg="mod modCrop">
          <ac:chgData name="子閎 林" userId="d496ebd3736cf63e" providerId="LiveId" clId="{E8605B34-BD60-41D1-9548-6DC1D220AD39}" dt="2023-10-17T08:50:14.467" v="502" actId="1076"/>
          <ac:picMkLst>
            <pc:docMk/>
            <pc:sldMk cId="1895003857" sldId="311"/>
            <ac:picMk id="7" creationId="{0D217551-B74C-3875-EDEC-906F1B8AE2D7}"/>
          </ac:picMkLst>
        </pc:picChg>
      </pc:sldChg>
      <pc:sldChg chg="modSp mod">
        <pc:chgData name="子閎 林" userId="d496ebd3736cf63e" providerId="LiveId" clId="{E8605B34-BD60-41D1-9548-6DC1D220AD39}" dt="2023-10-17T08:53:25.408" v="533" actId="1038"/>
        <pc:sldMkLst>
          <pc:docMk/>
          <pc:sldMk cId="972739635" sldId="312"/>
        </pc:sldMkLst>
        <pc:spChg chg="mod">
          <ac:chgData name="子閎 林" userId="d496ebd3736cf63e" providerId="LiveId" clId="{E8605B34-BD60-41D1-9548-6DC1D220AD39}" dt="2023-10-17T08:53:25.408" v="533" actId="1038"/>
          <ac:spMkLst>
            <pc:docMk/>
            <pc:sldMk cId="972739635" sldId="312"/>
            <ac:spMk id="7" creationId="{7D569B88-C2FB-1CDA-4F38-C88AF97F0A01}"/>
          </ac:spMkLst>
        </pc:spChg>
        <pc:spChg chg="mod">
          <ac:chgData name="子閎 林" userId="d496ebd3736cf63e" providerId="LiveId" clId="{E8605B34-BD60-41D1-9548-6DC1D220AD39}" dt="2023-10-17T08:52:49.798" v="516" actId="948"/>
          <ac:spMkLst>
            <pc:docMk/>
            <pc:sldMk cId="972739635" sldId="312"/>
            <ac:spMk id="9" creationId="{E63C22C5-0AE6-C4DD-FF4E-4294FB8E02E6}"/>
          </ac:spMkLst>
        </pc:spChg>
        <pc:spChg chg="mod">
          <ac:chgData name="子閎 林" userId="d496ebd3736cf63e" providerId="LiveId" clId="{E8605B34-BD60-41D1-9548-6DC1D220AD39}" dt="2023-10-17T08:53:14.971" v="526" actId="1037"/>
          <ac:spMkLst>
            <pc:docMk/>
            <pc:sldMk cId="972739635" sldId="312"/>
            <ac:spMk id="11" creationId="{4BD2C378-47D3-8BAB-CE44-414026A4DB40}"/>
          </ac:spMkLst>
        </pc:spChg>
        <pc:picChg chg="mod">
          <ac:chgData name="子閎 林" userId="d496ebd3736cf63e" providerId="LiveId" clId="{E8605B34-BD60-41D1-9548-6DC1D220AD39}" dt="2023-10-17T08:53:04.705" v="519" actId="1076"/>
          <ac:picMkLst>
            <pc:docMk/>
            <pc:sldMk cId="972739635" sldId="312"/>
            <ac:picMk id="6" creationId="{40FF320E-386E-1A4E-F098-599DDFB82878}"/>
          </ac:picMkLst>
        </pc:picChg>
      </pc:sldChg>
      <pc:sldChg chg="modSp mod">
        <pc:chgData name="子閎 林" userId="d496ebd3736cf63e" providerId="LiveId" clId="{E8605B34-BD60-41D1-9548-6DC1D220AD39}" dt="2023-10-17T08:31:31.292" v="307" actId="948"/>
        <pc:sldMkLst>
          <pc:docMk/>
          <pc:sldMk cId="300342381" sldId="316"/>
        </pc:sldMkLst>
        <pc:spChg chg="mod">
          <ac:chgData name="子閎 林" userId="d496ebd3736cf63e" providerId="LiveId" clId="{E8605B34-BD60-41D1-9548-6DC1D220AD39}" dt="2023-10-17T08:31:31.292" v="307" actId="948"/>
          <ac:spMkLst>
            <pc:docMk/>
            <pc:sldMk cId="300342381" sldId="316"/>
            <ac:spMk id="13" creationId="{7AEF78F3-CE4A-4938-BE55-70CB4F0542C4}"/>
          </ac:spMkLst>
        </pc:spChg>
      </pc:sldChg>
      <pc:sldChg chg="modSp mod">
        <pc:chgData name="子閎 林" userId="d496ebd3736cf63e" providerId="LiveId" clId="{E8605B34-BD60-41D1-9548-6DC1D220AD39}" dt="2023-10-17T08:33:00.406" v="323" actId="14100"/>
        <pc:sldMkLst>
          <pc:docMk/>
          <pc:sldMk cId="2381474783" sldId="318"/>
        </pc:sldMkLst>
        <pc:spChg chg="mod">
          <ac:chgData name="子閎 林" userId="d496ebd3736cf63e" providerId="LiveId" clId="{E8605B34-BD60-41D1-9548-6DC1D220AD39}" dt="2023-10-17T08:32:20.683" v="311" actId="948"/>
          <ac:spMkLst>
            <pc:docMk/>
            <pc:sldMk cId="2381474783" sldId="318"/>
            <ac:spMk id="9" creationId="{E63C22C5-0AE6-C4DD-FF4E-4294FB8E02E6}"/>
          </ac:spMkLst>
        </pc:spChg>
        <pc:spChg chg="mod">
          <ac:chgData name="子閎 林" userId="d496ebd3736cf63e" providerId="LiveId" clId="{E8605B34-BD60-41D1-9548-6DC1D220AD39}" dt="2023-10-17T08:33:00.406" v="323" actId="14100"/>
          <ac:spMkLst>
            <pc:docMk/>
            <pc:sldMk cId="2381474783" sldId="318"/>
            <ac:spMk id="15" creationId="{28A15D49-FD5B-792A-6B5C-E70D1634ABCD}"/>
          </ac:spMkLst>
        </pc:spChg>
        <pc:spChg chg="mod">
          <ac:chgData name="子閎 林" userId="d496ebd3736cf63e" providerId="LiveId" clId="{E8605B34-BD60-41D1-9548-6DC1D220AD39}" dt="2023-10-17T08:32:43.429" v="319" actId="1036"/>
          <ac:spMkLst>
            <pc:docMk/>
            <pc:sldMk cId="2381474783" sldId="318"/>
            <ac:spMk id="16" creationId="{1D9A65A6-75E1-7D4D-D329-901A6B7B1A1C}"/>
          </ac:spMkLst>
        </pc:spChg>
        <pc:grpChg chg="mod">
          <ac:chgData name="子閎 林" userId="d496ebd3736cf63e" providerId="LiveId" clId="{E8605B34-BD60-41D1-9548-6DC1D220AD39}" dt="2023-10-17T08:32:39.387" v="314" actId="1076"/>
          <ac:grpSpMkLst>
            <pc:docMk/>
            <pc:sldMk cId="2381474783" sldId="318"/>
            <ac:grpSpMk id="14" creationId="{3A34D73B-BBA6-6863-33AD-66F465CB6E12}"/>
          </ac:grpSpMkLst>
        </pc:grpChg>
      </pc:sldChg>
      <pc:sldChg chg="modSp mod">
        <pc:chgData name="子閎 林" userId="d496ebd3736cf63e" providerId="LiveId" clId="{E8605B34-BD60-41D1-9548-6DC1D220AD39}" dt="2023-10-17T08:33:15.249" v="324" actId="948"/>
        <pc:sldMkLst>
          <pc:docMk/>
          <pc:sldMk cId="247941061" sldId="319"/>
        </pc:sldMkLst>
        <pc:spChg chg="mod">
          <ac:chgData name="子閎 林" userId="d496ebd3736cf63e" providerId="LiveId" clId="{E8605B34-BD60-41D1-9548-6DC1D220AD39}" dt="2023-10-17T08:33:15.249" v="324" actId="948"/>
          <ac:spMkLst>
            <pc:docMk/>
            <pc:sldMk cId="247941061" sldId="319"/>
            <ac:spMk id="9" creationId="{E63C22C5-0AE6-C4DD-FF4E-4294FB8E02E6}"/>
          </ac:spMkLst>
        </pc:spChg>
      </pc:sldChg>
      <pc:sldChg chg="modSp mod">
        <pc:chgData name="子閎 林" userId="d496ebd3736cf63e" providerId="LiveId" clId="{E8605B34-BD60-41D1-9548-6DC1D220AD39}" dt="2023-10-17T09:16:47.630" v="575" actId="20577"/>
        <pc:sldMkLst>
          <pc:docMk/>
          <pc:sldMk cId="3669093749" sldId="320"/>
        </pc:sldMkLst>
        <pc:spChg chg="mod">
          <ac:chgData name="子閎 林" userId="d496ebd3736cf63e" providerId="LiveId" clId="{E8605B34-BD60-41D1-9548-6DC1D220AD39}" dt="2023-10-17T09:16:47.630" v="575" actId="20577"/>
          <ac:spMkLst>
            <pc:docMk/>
            <pc:sldMk cId="3669093749" sldId="320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33:53.022" v="328" actId="948"/>
          <ac:spMkLst>
            <pc:docMk/>
            <pc:sldMk cId="3669093749" sldId="320"/>
            <ac:spMk id="9" creationId="{E63C22C5-0AE6-C4DD-FF4E-4294FB8E02E6}"/>
          </ac:spMkLst>
        </pc:spChg>
        <pc:grpChg chg="mod">
          <ac:chgData name="子閎 林" userId="d496ebd3736cf63e" providerId="LiveId" clId="{E8605B34-BD60-41D1-9548-6DC1D220AD39}" dt="2023-10-17T08:34:00.456" v="345" actId="1076"/>
          <ac:grpSpMkLst>
            <pc:docMk/>
            <pc:sldMk cId="3669093749" sldId="320"/>
            <ac:grpSpMk id="4" creationId="{01007080-0A97-8F5A-7AD0-7568D489C45D}"/>
          </ac:grpSpMkLst>
        </pc:grpChg>
        <pc:picChg chg="mod">
          <ac:chgData name="子閎 林" userId="d496ebd3736cf63e" providerId="LiveId" clId="{E8605B34-BD60-41D1-9548-6DC1D220AD39}" dt="2023-10-17T08:33:57.064" v="344" actId="1035"/>
          <ac:picMkLst>
            <pc:docMk/>
            <pc:sldMk cId="3669093749" sldId="320"/>
            <ac:picMk id="11" creationId="{21CAE950-A83B-5A60-A6E3-6D93B2F1E774}"/>
          </ac:picMkLst>
        </pc:picChg>
      </pc:sldChg>
      <pc:sldChg chg="modSp mod">
        <pc:chgData name="子閎 林" userId="d496ebd3736cf63e" providerId="LiveId" clId="{E8605B34-BD60-41D1-9548-6DC1D220AD39}" dt="2023-10-17T08:52:21.708" v="515" actId="948"/>
        <pc:sldMkLst>
          <pc:docMk/>
          <pc:sldMk cId="1113631308" sldId="321"/>
        </pc:sldMkLst>
        <pc:spChg chg="mod">
          <ac:chgData name="子閎 林" userId="d496ebd3736cf63e" providerId="LiveId" clId="{E8605B34-BD60-41D1-9548-6DC1D220AD39}" dt="2023-10-17T08:52:21.708" v="515" actId="948"/>
          <ac:spMkLst>
            <pc:docMk/>
            <pc:sldMk cId="1113631308" sldId="321"/>
            <ac:spMk id="13" creationId="{7AEF78F3-CE4A-4938-BE55-70CB4F0542C4}"/>
          </ac:spMkLst>
        </pc:spChg>
      </pc:sldChg>
      <pc:sldChg chg="modSp mod">
        <pc:chgData name="子閎 林" userId="d496ebd3736cf63e" providerId="LiveId" clId="{E8605B34-BD60-41D1-9548-6DC1D220AD39}" dt="2023-10-17T08:50:41.042" v="508" actId="948"/>
        <pc:sldMkLst>
          <pc:docMk/>
          <pc:sldMk cId="3088101243" sldId="322"/>
        </pc:sldMkLst>
        <pc:spChg chg="mod">
          <ac:chgData name="子閎 林" userId="d496ebd3736cf63e" providerId="LiveId" clId="{E8605B34-BD60-41D1-9548-6DC1D220AD39}" dt="2023-10-17T08:50:41.042" v="508" actId="948"/>
          <ac:spMkLst>
            <pc:docMk/>
            <pc:sldMk cId="3088101243" sldId="322"/>
            <ac:spMk id="13" creationId="{7AEF78F3-CE4A-4938-BE55-70CB4F0542C4}"/>
          </ac:spMkLst>
        </pc:spChg>
      </pc:sldChg>
      <pc:sldChg chg="modSp mod">
        <pc:chgData name="子閎 林" userId="d496ebd3736cf63e" providerId="LiveId" clId="{E8605B34-BD60-41D1-9548-6DC1D220AD39}" dt="2023-10-17T08:44:13.417" v="442" actId="948"/>
        <pc:sldMkLst>
          <pc:docMk/>
          <pc:sldMk cId="960937282" sldId="323"/>
        </pc:sldMkLst>
        <pc:spChg chg="mod">
          <ac:chgData name="子閎 林" userId="d496ebd3736cf63e" providerId="LiveId" clId="{E8605B34-BD60-41D1-9548-6DC1D220AD39}" dt="2023-10-17T08:44:13.417" v="442" actId="948"/>
          <ac:spMkLst>
            <pc:docMk/>
            <pc:sldMk cId="960937282" sldId="323"/>
            <ac:spMk id="13" creationId="{7AEF78F3-CE4A-4938-BE55-70CB4F0542C4}"/>
          </ac:spMkLst>
        </pc:spChg>
      </pc:sldChg>
      <pc:sldChg chg="modSp mod">
        <pc:chgData name="子閎 林" userId="d496ebd3736cf63e" providerId="LiveId" clId="{E8605B34-BD60-41D1-9548-6DC1D220AD39}" dt="2023-10-17T08:39:24.201" v="387" actId="948"/>
        <pc:sldMkLst>
          <pc:docMk/>
          <pc:sldMk cId="867189617" sldId="324"/>
        </pc:sldMkLst>
        <pc:spChg chg="mod">
          <ac:chgData name="子閎 林" userId="d496ebd3736cf63e" providerId="LiveId" clId="{E8605B34-BD60-41D1-9548-6DC1D220AD39}" dt="2023-10-17T08:39:24.201" v="387" actId="948"/>
          <ac:spMkLst>
            <pc:docMk/>
            <pc:sldMk cId="867189617" sldId="324"/>
            <ac:spMk id="13" creationId="{7AEF78F3-CE4A-4938-BE55-70CB4F0542C4}"/>
          </ac:spMkLst>
        </pc:spChg>
      </pc:sldChg>
      <pc:sldChg chg="modSp mod">
        <pc:chgData name="子閎 林" userId="d496ebd3736cf63e" providerId="LiveId" clId="{E8605B34-BD60-41D1-9548-6DC1D220AD39}" dt="2023-10-17T08:33:25.136" v="325" actId="948"/>
        <pc:sldMkLst>
          <pc:docMk/>
          <pc:sldMk cId="3504572163" sldId="325"/>
        </pc:sldMkLst>
        <pc:spChg chg="mod">
          <ac:chgData name="子閎 林" userId="d496ebd3736cf63e" providerId="LiveId" clId="{E8605B34-BD60-41D1-9548-6DC1D220AD39}" dt="2023-10-17T08:33:25.136" v="325" actId="948"/>
          <ac:spMkLst>
            <pc:docMk/>
            <pc:sldMk cId="3504572163" sldId="325"/>
            <ac:spMk id="13" creationId="{7AEF78F3-CE4A-4938-BE55-70CB4F0542C4}"/>
          </ac:spMkLst>
        </pc:spChg>
      </pc:sldChg>
      <pc:sldChg chg="modSp mod">
        <pc:chgData name="子閎 林" userId="d496ebd3736cf63e" providerId="LiveId" clId="{E8605B34-BD60-41D1-9548-6DC1D220AD39}" dt="2023-10-17T08:32:08.466" v="310" actId="948"/>
        <pc:sldMkLst>
          <pc:docMk/>
          <pc:sldMk cId="1077565941" sldId="326"/>
        </pc:sldMkLst>
        <pc:spChg chg="mod">
          <ac:chgData name="子閎 林" userId="d496ebd3736cf63e" providerId="LiveId" clId="{E8605B34-BD60-41D1-9548-6DC1D220AD39}" dt="2023-10-17T08:32:08.466" v="310" actId="948"/>
          <ac:spMkLst>
            <pc:docMk/>
            <pc:sldMk cId="1077565941" sldId="326"/>
            <ac:spMk id="13" creationId="{7AEF78F3-CE4A-4938-BE55-70CB4F0542C4}"/>
          </ac:spMkLst>
        </pc:spChg>
      </pc:sldChg>
      <pc:sldChg chg="modSp mod">
        <pc:chgData name="子閎 林" userId="d496ebd3736cf63e" providerId="LiveId" clId="{E8605B34-BD60-41D1-9548-6DC1D220AD39}" dt="2023-10-17T08:51:27.975" v="514" actId="1076"/>
        <pc:sldMkLst>
          <pc:docMk/>
          <pc:sldMk cId="2042153421" sldId="327"/>
        </pc:sldMkLst>
        <pc:spChg chg="mod">
          <ac:chgData name="子閎 林" userId="d496ebd3736cf63e" providerId="LiveId" clId="{E8605B34-BD60-41D1-9548-6DC1D220AD39}" dt="2023-10-17T08:50:53.739" v="509" actId="948"/>
          <ac:spMkLst>
            <pc:docMk/>
            <pc:sldMk cId="2042153421" sldId="327"/>
            <ac:spMk id="9" creationId="{E63C22C5-0AE6-C4DD-FF4E-4294FB8E02E6}"/>
          </ac:spMkLst>
        </pc:spChg>
        <pc:picChg chg="mod">
          <ac:chgData name="子閎 林" userId="d496ebd3736cf63e" providerId="LiveId" clId="{E8605B34-BD60-41D1-9548-6DC1D220AD39}" dt="2023-10-17T08:51:27.975" v="514" actId="1076"/>
          <ac:picMkLst>
            <pc:docMk/>
            <pc:sldMk cId="2042153421" sldId="327"/>
            <ac:picMk id="18" creationId="{26EE891B-A25C-CA70-7B2A-3C0569F5D0A2}"/>
          </ac:picMkLst>
        </pc:picChg>
      </pc:sldChg>
      <pc:sldChg chg="modSp add del mod">
        <pc:chgData name="子閎 林" userId="d496ebd3736cf63e" providerId="LiveId" clId="{E8605B34-BD60-41D1-9548-6DC1D220AD39}" dt="2023-10-17T07:25:15.314" v="2" actId="2696"/>
        <pc:sldMkLst>
          <pc:docMk/>
          <pc:sldMk cId="2083196259" sldId="328"/>
        </pc:sldMkLst>
        <pc:spChg chg="mod">
          <ac:chgData name="子閎 林" userId="d496ebd3736cf63e" providerId="LiveId" clId="{E8605B34-BD60-41D1-9548-6DC1D220AD39}" dt="2023-10-17T07:25:03.893" v="1" actId="20577"/>
          <ac:spMkLst>
            <pc:docMk/>
            <pc:sldMk cId="2083196259" sldId="328"/>
            <ac:spMk id="8" creationId="{A994B4BF-72F4-FEC9-37F7-29F96F7EF896}"/>
          </ac:spMkLst>
        </pc:spChg>
      </pc:sldChg>
      <pc:sldChg chg="addSp delSp modSp add mod">
        <pc:chgData name="子閎 林" userId="d496ebd3736cf63e" providerId="LiveId" clId="{E8605B34-BD60-41D1-9548-6DC1D220AD39}" dt="2023-10-17T09:16:43.491" v="574" actId="20577"/>
        <pc:sldMkLst>
          <pc:docMk/>
          <pc:sldMk cId="3835073605" sldId="328"/>
        </pc:sldMkLst>
        <pc:spChg chg="mod">
          <ac:chgData name="子閎 林" userId="d496ebd3736cf63e" providerId="LiveId" clId="{E8605B34-BD60-41D1-9548-6DC1D220AD39}" dt="2023-10-17T09:16:43.491" v="574" actId="20577"/>
          <ac:spMkLst>
            <pc:docMk/>
            <pc:sldMk cId="3835073605" sldId="328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8:34:11.173" v="346" actId="948"/>
          <ac:spMkLst>
            <pc:docMk/>
            <pc:sldMk cId="3835073605" sldId="328"/>
            <ac:spMk id="9" creationId="{E63C22C5-0AE6-C4DD-FF4E-4294FB8E02E6}"/>
          </ac:spMkLst>
        </pc:spChg>
        <pc:grpChg chg="del">
          <ac:chgData name="子閎 林" userId="d496ebd3736cf63e" providerId="LiveId" clId="{E8605B34-BD60-41D1-9548-6DC1D220AD39}" dt="2023-10-17T08:17:33.443" v="5" actId="478"/>
          <ac:grpSpMkLst>
            <pc:docMk/>
            <pc:sldMk cId="3835073605" sldId="328"/>
            <ac:grpSpMk id="4" creationId="{01007080-0A97-8F5A-7AD0-7568D489C45D}"/>
          </ac:grpSpMkLst>
        </pc:grpChg>
        <pc:picChg chg="del mod">
          <ac:chgData name="子閎 林" userId="d496ebd3736cf63e" providerId="LiveId" clId="{E8605B34-BD60-41D1-9548-6DC1D220AD39}" dt="2023-10-17T08:27:38.406" v="187" actId="478"/>
          <ac:picMkLst>
            <pc:docMk/>
            <pc:sldMk cId="3835073605" sldId="328"/>
            <ac:picMk id="11" creationId="{21CAE950-A83B-5A60-A6E3-6D93B2F1E774}"/>
          </ac:picMkLst>
        </pc:picChg>
        <pc:picChg chg="add mod">
          <ac:chgData name="子閎 林" userId="d496ebd3736cf63e" providerId="LiveId" clId="{E8605B34-BD60-41D1-9548-6DC1D220AD39}" dt="2023-10-17T08:34:18.611" v="348" actId="1076"/>
          <ac:picMkLst>
            <pc:docMk/>
            <pc:sldMk cId="3835073605" sldId="328"/>
            <ac:picMk id="13" creationId="{B02FD1D9-38BE-31B3-0440-7B3D5AB11E2B}"/>
          </ac:picMkLst>
        </pc:picChg>
        <pc:picChg chg="add del mod">
          <ac:chgData name="子閎 林" userId="d496ebd3736cf63e" providerId="LiveId" clId="{E8605B34-BD60-41D1-9548-6DC1D220AD39}" dt="2023-10-17T08:26:42.658" v="179" actId="478"/>
          <ac:picMkLst>
            <pc:docMk/>
            <pc:sldMk cId="3835073605" sldId="328"/>
            <ac:picMk id="15" creationId="{2A532D0B-45DE-DE4D-17E5-C6D3FCD3E601}"/>
          </ac:picMkLst>
        </pc:picChg>
      </pc:sldChg>
      <pc:sldChg chg="addSp delSp modSp add mod">
        <pc:chgData name="子閎 林" userId="d496ebd3736cf63e" providerId="LiveId" clId="{E8605B34-BD60-41D1-9548-6DC1D220AD39}" dt="2023-10-17T09:16:40.225" v="573" actId="20577"/>
        <pc:sldMkLst>
          <pc:docMk/>
          <pc:sldMk cId="4112569790" sldId="329"/>
        </pc:sldMkLst>
        <pc:spChg chg="mod">
          <ac:chgData name="子閎 林" userId="d496ebd3736cf63e" providerId="LiveId" clId="{E8605B34-BD60-41D1-9548-6DC1D220AD39}" dt="2023-10-17T09:16:40.225" v="573" actId="20577"/>
          <ac:spMkLst>
            <pc:docMk/>
            <pc:sldMk cId="4112569790" sldId="329"/>
            <ac:spMk id="8" creationId="{A994B4BF-72F4-FEC9-37F7-29F96F7EF896}"/>
          </ac:spMkLst>
        </pc:spChg>
        <pc:spChg chg="mod">
          <ac:chgData name="子閎 林" userId="d496ebd3736cf63e" providerId="LiveId" clId="{E8605B34-BD60-41D1-9548-6DC1D220AD39}" dt="2023-10-17T09:12:03.325" v="543" actId="20577"/>
          <ac:spMkLst>
            <pc:docMk/>
            <pc:sldMk cId="4112569790" sldId="329"/>
            <ac:spMk id="9" creationId="{E63C22C5-0AE6-C4DD-FF4E-4294FB8E02E6}"/>
          </ac:spMkLst>
        </pc:spChg>
        <pc:picChg chg="add mod">
          <ac:chgData name="子閎 林" userId="d496ebd3736cf63e" providerId="LiveId" clId="{E8605B34-BD60-41D1-9548-6DC1D220AD39}" dt="2023-10-17T09:12:57.100" v="548" actId="1076"/>
          <ac:picMkLst>
            <pc:docMk/>
            <pc:sldMk cId="4112569790" sldId="329"/>
            <ac:picMk id="6" creationId="{AFB65622-C1FA-D8C9-302F-D3C87C0931C2}"/>
          </ac:picMkLst>
        </pc:picChg>
        <pc:picChg chg="del">
          <ac:chgData name="子閎 林" userId="d496ebd3736cf63e" providerId="LiveId" clId="{E8605B34-BD60-41D1-9548-6DC1D220AD39}" dt="2023-10-17T09:12:58.571" v="549" actId="478"/>
          <ac:picMkLst>
            <pc:docMk/>
            <pc:sldMk cId="4112569790" sldId="329"/>
            <ac:picMk id="11" creationId="{21CAE950-A83B-5A60-A6E3-6D93B2F1E774}"/>
          </ac:picMkLst>
        </pc:picChg>
        <pc:picChg chg="del">
          <ac:chgData name="子閎 林" userId="d496ebd3736cf63e" providerId="LiveId" clId="{E8605B34-BD60-41D1-9548-6DC1D220AD39}" dt="2023-10-17T08:27:27.015" v="186" actId="478"/>
          <ac:picMkLst>
            <pc:docMk/>
            <pc:sldMk cId="4112569790" sldId="329"/>
            <ac:picMk id="13" creationId="{B02FD1D9-38BE-31B3-0440-7B3D5AB11E2B}"/>
          </ac:picMkLst>
        </pc:picChg>
      </pc:sldChg>
    </pc:docChg>
  </pc:docChgLst>
  <pc:docChgLst>
    <pc:chgData name="子閎 林" userId="d496ebd3736cf63e" providerId="LiveId" clId="{C38736A5-3880-AE48-BE2E-715977971466}"/>
    <pc:docChg chg="addSld delSld modSld sldOrd">
      <pc:chgData name="子閎 林" userId="d496ebd3736cf63e" providerId="LiveId" clId="{C38736A5-3880-AE48-BE2E-715977971466}" dt="2023-09-26T05:39:18.084" v="63" actId="20578"/>
      <pc:docMkLst>
        <pc:docMk/>
      </pc:docMkLst>
      <pc:sldChg chg="del">
        <pc:chgData name="子閎 林" userId="d496ebd3736cf63e" providerId="LiveId" clId="{C38736A5-3880-AE48-BE2E-715977971466}" dt="2023-09-26T05:38:42.065" v="61" actId="2696"/>
        <pc:sldMkLst>
          <pc:docMk/>
          <pc:sldMk cId="220756401" sldId="257"/>
        </pc:sldMkLst>
      </pc:sldChg>
      <pc:sldChg chg="del">
        <pc:chgData name="子閎 林" userId="d496ebd3736cf63e" providerId="LiveId" clId="{C38736A5-3880-AE48-BE2E-715977971466}" dt="2023-09-26T05:37:58.760" v="51" actId="2696"/>
        <pc:sldMkLst>
          <pc:docMk/>
          <pc:sldMk cId="2749052868" sldId="313"/>
        </pc:sldMkLst>
      </pc:sldChg>
      <pc:sldChg chg="del">
        <pc:chgData name="子閎 林" userId="d496ebd3736cf63e" providerId="LiveId" clId="{C38736A5-3880-AE48-BE2E-715977971466}" dt="2023-09-26T05:37:37.289" v="46" actId="2696"/>
        <pc:sldMkLst>
          <pc:docMk/>
          <pc:sldMk cId="2311693299" sldId="314"/>
        </pc:sldMkLst>
      </pc:sldChg>
      <pc:sldChg chg="del">
        <pc:chgData name="子閎 林" userId="d496ebd3736cf63e" providerId="LiveId" clId="{C38736A5-3880-AE48-BE2E-715977971466}" dt="2023-09-26T05:37:13.169" v="41" actId="2696"/>
        <pc:sldMkLst>
          <pc:docMk/>
          <pc:sldMk cId="4015499620" sldId="315"/>
        </pc:sldMkLst>
      </pc:sldChg>
      <pc:sldChg chg="modSp mod ord">
        <pc:chgData name="子閎 林" userId="d496ebd3736cf63e" providerId="LiveId" clId="{C38736A5-3880-AE48-BE2E-715977971466}" dt="2023-09-26T05:38:38.494" v="60" actId="207"/>
        <pc:sldMkLst>
          <pc:docMk/>
          <pc:sldMk cId="300342381" sldId="316"/>
        </pc:sldMkLst>
        <pc:spChg chg="mod">
          <ac:chgData name="子閎 林" userId="d496ebd3736cf63e" providerId="LiveId" clId="{C38736A5-3880-AE48-BE2E-715977971466}" dt="2023-09-26T05:38:38.494" v="60" actId="207"/>
          <ac:spMkLst>
            <pc:docMk/>
            <pc:sldMk cId="300342381" sldId="316"/>
            <ac:spMk id="13" creationId="{7AEF78F3-CE4A-4938-BE55-70CB4F0542C4}"/>
          </ac:spMkLst>
        </pc:spChg>
      </pc:sldChg>
      <pc:sldChg chg="del">
        <pc:chgData name="子閎 林" userId="d496ebd3736cf63e" providerId="LiveId" clId="{C38736A5-3880-AE48-BE2E-715977971466}" dt="2023-09-26T05:38:24.788" v="56" actId="2696"/>
        <pc:sldMkLst>
          <pc:docMk/>
          <pc:sldMk cId="1010787452" sldId="317"/>
        </pc:sldMkLst>
      </pc:sldChg>
      <pc:sldChg chg="modSp add mod">
        <pc:chgData name="子閎 林" userId="d496ebd3736cf63e" providerId="LiveId" clId="{C38736A5-3880-AE48-BE2E-715977971466}" dt="2023-09-26T05:36:42.529" v="36" actId="207"/>
        <pc:sldMkLst>
          <pc:docMk/>
          <pc:sldMk cId="1113631308" sldId="321"/>
        </pc:sldMkLst>
        <pc:spChg chg="mod">
          <ac:chgData name="子閎 林" userId="d496ebd3736cf63e" providerId="LiveId" clId="{C38736A5-3880-AE48-BE2E-715977971466}" dt="2023-09-26T05:36:42.529" v="36" actId="207"/>
          <ac:spMkLst>
            <pc:docMk/>
            <pc:sldMk cId="1113631308" sldId="321"/>
            <ac:spMk id="13" creationId="{7AEF78F3-CE4A-4938-BE55-70CB4F0542C4}"/>
          </ac:spMkLst>
        </pc:spChg>
      </pc:sldChg>
      <pc:sldChg chg="add del">
        <pc:chgData name="子閎 林" userId="d496ebd3736cf63e" providerId="LiveId" clId="{C38736A5-3880-AE48-BE2E-715977971466}" dt="2023-09-26T05:35:39.392" v="1" actId="2696"/>
        <pc:sldMkLst>
          <pc:docMk/>
          <pc:sldMk cId="2528410445" sldId="321"/>
        </pc:sldMkLst>
      </pc:sldChg>
      <pc:sldChg chg="add">
        <pc:chgData name="子閎 林" userId="d496ebd3736cf63e" providerId="LiveId" clId="{C38736A5-3880-AE48-BE2E-715977971466}" dt="2023-09-26T05:36:52.957" v="37" actId="2890"/>
        <pc:sldMkLst>
          <pc:docMk/>
          <pc:sldMk cId="3088101243" sldId="322"/>
        </pc:sldMkLst>
      </pc:sldChg>
      <pc:sldChg chg="add">
        <pc:chgData name="子閎 林" userId="d496ebd3736cf63e" providerId="LiveId" clId="{C38736A5-3880-AE48-BE2E-715977971466}" dt="2023-09-26T05:37:17.514" v="42" actId="2890"/>
        <pc:sldMkLst>
          <pc:docMk/>
          <pc:sldMk cId="960937282" sldId="323"/>
        </pc:sldMkLst>
      </pc:sldChg>
      <pc:sldChg chg="add">
        <pc:chgData name="子閎 林" userId="d496ebd3736cf63e" providerId="LiveId" clId="{C38736A5-3880-AE48-BE2E-715977971466}" dt="2023-09-26T05:37:39.798" v="47" actId="2890"/>
        <pc:sldMkLst>
          <pc:docMk/>
          <pc:sldMk cId="867189617" sldId="324"/>
        </pc:sldMkLst>
      </pc:sldChg>
      <pc:sldChg chg="add">
        <pc:chgData name="子閎 林" userId="d496ebd3736cf63e" providerId="LiveId" clId="{C38736A5-3880-AE48-BE2E-715977971466}" dt="2023-09-26T05:38:02.387" v="52" actId="2890"/>
        <pc:sldMkLst>
          <pc:docMk/>
          <pc:sldMk cId="3504572163" sldId="325"/>
        </pc:sldMkLst>
      </pc:sldChg>
      <pc:sldChg chg="add">
        <pc:chgData name="子閎 林" userId="d496ebd3736cf63e" providerId="LiveId" clId="{C38736A5-3880-AE48-BE2E-715977971466}" dt="2023-09-26T05:38:26.878" v="57" actId="2890"/>
        <pc:sldMkLst>
          <pc:docMk/>
          <pc:sldMk cId="1077565941" sldId="326"/>
        </pc:sldMkLst>
      </pc:sldChg>
      <pc:sldChg chg="add ord">
        <pc:chgData name="子閎 林" userId="d496ebd3736cf63e" providerId="LiveId" clId="{C38736A5-3880-AE48-BE2E-715977971466}" dt="2023-09-26T05:39:18.084" v="63" actId="20578"/>
        <pc:sldMkLst>
          <pc:docMk/>
          <pc:sldMk cId="2042153421" sldId="327"/>
        </pc:sldMkLst>
      </pc:sldChg>
    </pc:docChg>
  </pc:docChgLst>
  <pc:docChgLst>
    <pc:chgData name="子閎 林" userId="d496ebd3736cf63e" providerId="LiveId" clId="{BA2F0650-0B49-4393-8FEE-D46B33866229}"/>
    <pc:docChg chg="undo custSel addSld delSld modSld sldOrd">
      <pc:chgData name="子閎 林" userId="d496ebd3736cf63e" providerId="LiveId" clId="{BA2F0650-0B49-4393-8FEE-D46B33866229}" dt="2023-10-14T03:24:04.424" v="6002" actId="33553"/>
      <pc:docMkLst>
        <pc:docMk/>
      </pc:docMkLst>
      <pc:sldChg chg="modSp mod">
        <pc:chgData name="子閎 林" userId="d496ebd3736cf63e" providerId="LiveId" clId="{BA2F0650-0B49-4393-8FEE-D46B33866229}" dt="2023-10-14T03:20:22.362" v="5960" actId="33553"/>
        <pc:sldMkLst>
          <pc:docMk/>
          <pc:sldMk cId="2592129946" sldId="256"/>
        </pc:sldMkLst>
        <pc:spChg chg="mod">
          <ac:chgData name="子閎 林" userId="d496ebd3736cf63e" providerId="LiveId" clId="{BA2F0650-0B49-4393-8FEE-D46B33866229}" dt="2023-10-14T03:20:22.362" v="5960" actId="33553"/>
          <ac:spMkLst>
            <pc:docMk/>
            <pc:sldMk cId="2592129946" sldId="256"/>
            <ac:spMk id="4" creationId="{22FF9E24-C36D-9DBD-009E-3B99311687C3}"/>
          </ac:spMkLst>
        </pc:spChg>
        <pc:spChg chg="mod">
          <ac:chgData name="子閎 林" userId="d496ebd3736cf63e" providerId="LiveId" clId="{BA2F0650-0B49-4393-8FEE-D46B33866229}" dt="2023-09-12T03:30:40.965" v="5709" actId="34135"/>
          <ac:spMkLst>
            <pc:docMk/>
            <pc:sldMk cId="2592129946" sldId="256"/>
            <ac:spMk id="5" creationId="{256BEAB2-9691-3E05-AD79-C70989F5AF2A}"/>
          </ac:spMkLst>
        </pc:spChg>
        <pc:spChg chg="mod">
          <ac:chgData name="子閎 林" userId="d496ebd3736cf63e" providerId="LiveId" clId="{BA2F0650-0B49-4393-8FEE-D46B33866229}" dt="2023-09-27T03:36:25.039" v="5959" actId="2710"/>
          <ac:spMkLst>
            <pc:docMk/>
            <pc:sldMk cId="2592129946" sldId="256"/>
            <ac:spMk id="9" creationId="{E63C22C5-0AE6-C4DD-FF4E-4294FB8E02E6}"/>
          </ac:spMkLst>
        </pc:spChg>
      </pc:sldChg>
      <pc:sldChg chg="modSp mod">
        <pc:chgData name="子閎 林" userId="d496ebd3736cf63e" providerId="LiveId" clId="{BA2F0650-0B49-4393-8FEE-D46B33866229}" dt="2023-09-12T03:30:53.139" v="5711" actId="34135"/>
        <pc:sldMkLst>
          <pc:docMk/>
          <pc:sldMk cId="220756401" sldId="257"/>
        </pc:sldMkLst>
        <pc:spChg chg="mod">
          <ac:chgData name="子閎 林" userId="d496ebd3736cf63e" providerId="LiveId" clId="{BA2F0650-0B49-4393-8FEE-D46B33866229}" dt="2023-09-12T03:30:53.139" v="5711" actId="34135"/>
          <ac:spMkLst>
            <pc:docMk/>
            <pc:sldMk cId="220756401" sldId="257"/>
            <ac:spMk id="5" creationId="{256BEAB2-9691-3E05-AD79-C70989F5AF2A}"/>
          </ac:spMkLst>
        </pc:spChg>
        <pc:spChg chg="mod">
          <ac:chgData name="子閎 林" userId="d496ebd3736cf63e" providerId="LiveId" clId="{BA2F0650-0B49-4393-8FEE-D46B33866229}" dt="2023-09-01T03:21:14.128" v="3958" actId="207"/>
          <ac:spMkLst>
            <pc:docMk/>
            <pc:sldMk cId="220756401" sldId="257"/>
            <ac:spMk id="13" creationId="{7AEF78F3-CE4A-4938-BE55-70CB4F0542C4}"/>
          </ac:spMkLst>
        </pc:spChg>
      </pc:sldChg>
      <pc:sldChg chg="addSp delSp modSp mod modAnim">
        <pc:chgData name="子閎 林" userId="d496ebd3736cf63e" providerId="LiveId" clId="{BA2F0650-0B49-4393-8FEE-D46B33866229}" dt="2023-10-14T03:20:37.065" v="5963" actId="33553"/>
        <pc:sldMkLst>
          <pc:docMk/>
          <pc:sldMk cId="3223343692" sldId="258"/>
        </pc:sldMkLst>
        <pc:spChg chg="mod">
          <ac:chgData name="子閎 林" userId="d496ebd3736cf63e" providerId="LiveId" clId="{BA2F0650-0B49-4393-8FEE-D46B33866229}" dt="2023-10-14T03:20:37.065" v="5963" actId="33553"/>
          <ac:spMkLst>
            <pc:docMk/>
            <pc:sldMk cId="3223343692" sldId="258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0T14:12:50.514" v="484" actId="20577"/>
          <ac:spMkLst>
            <pc:docMk/>
            <pc:sldMk cId="3223343692" sldId="258"/>
            <ac:spMk id="9" creationId="{E63C22C5-0AE6-C4DD-FF4E-4294FB8E02E6}"/>
          </ac:spMkLst>
        </pc:spChg>
        <pc:spChg chg="mod">
          <ac:chgData name="子閎 林" userId="d496ebd3736cf63e" providerId="LiveId" clId="{BA2F0650-0B49-4393-8FEE-D46B33866229}" dt="2023-10-14T03:20:37.065" v="5963" actId="33553"/>
          <ac:spMkLst>
            <pc:docMk/>
            <pc:sldMk cId="3223343692" sldId="258"/>
            <ac:spMk id="10" creationId="{AEAA0ADF-1233-DFCD-081C-93BA92DE3318}"/>
          </ac:spMkLst>
        </pc:spChg>
        <pc:picChg chg="del">
          <ac:chgData name="子閎 林" userId="d496ebd3736cf63e" providerId="LiveId" clId="{BA2F0650-0B49-4393-8FEE-D46B33866229}" dt="2023-08-30T13:47:41.225" v="82" actId="478"/>
          <ac:picMkLst>
            <pc:docMk/>
            <pc:sldMk cId="3223343692" sldId="258"/>
            <ac:picMk id="6" creationId="{2FD6933B-099C-1B84-AB92-37F1E69F1A8C}"/>
          </ac:picMkLst>
        </pc:picChg>
        <pc:picChg chg="add mod">
          <ac:chgData name="子閎 林" userId="d496ebd3736cf63e" providerId="LiveId" clId="{BA2F0650-0B49-4393-8FEE-D46B33866229}" dt="2023-08-30T14:08:05.827" v="461" actId="14100"/>
          <ac:picMkLst>
            <pc:docMk/>
            <pc:sldMk cId="3223343692" sldId="258"/>
            <ac:picMk id="1026" creationId="{29440C07-0DC8-ECFA-2EDD-D4D4CCB74460}"/>
          </ac:picMkLst>
        </pc:picChg>
      </pc:sldChg>
      <pc:sldChg chg="addSp delSp del mod">
        <pc:chgData name="子閎 林" userId="d496ebd3736cf63e" providerId="LiveId" clId="{BA2F0650-0B49-4393-8FEE-D46B33866229}" dt="2023-08-31T13:39:02.877" v="1346" actId="47"/>
        <pc:sldMkLst>
          <pc:docMk/>
          <pc:sldMk cId="3174475300" sldId="259"/>
        </pc:sldMkLst>
        <pc:picChg chg="add del">
          <ac:chgData name="子閎 林" userId="d496ebd3736cf63e" providerId="LiveId" clId="{BA2F0650-0B49-4393-8FEE-D46B33866229}" dt="2023-08-30T15:29:51.205" v="875" actId="22"/>
          <ac:picMkLst>
            <pc:docMk/>
            <pc:sldMk cId="3174475300" sldId="259"/>
            <ac:picMk id="9" creationId="{ABB9682D-4008-CC01-22C7-1E7B54561CBD}"/>
          </ac:picMkLst>
        </pc:picChg>
      </pc:sldChg>
      <pc:sldChg chg="del">
        <pc:chgData name="子閎 林" userId="d496ebd3736cf63e" providerId="LiveId" clId="{BA2F0650-0B49-4393-8FEE-D46B33866229}" dt="2023-08-31T13:39:05.690" v="1348" actId="47"/>
        <pc:sldMkLst>
          <pc:docMk/>
          <pc:sldMk cId="2139722784" sldId="260"/>
        </pc:sldMkLst>
      </pc:sldChg>
      <pc:sldChg chg="del">
        <pc:chgData name="子閎 林" userId="d496ebd3736cf63e" providerId="LiveId" clId="{BA2F0650-0B49-4393-8FEE-D46B33866229}" dt="2023-08-31T13:56:28.760" v="1811" actId="47"/>
        <pc:sldMkLst>
          <pc:docMk/>
          <pc:sldMk cId="1742757090" sldId="261"/>
        </pc:sldMkLst>
      </pc:sldChg>
      <pc:sldChg chg="del">
        <pc:chgData name="子閎 林" userId="d496ebd3736cf63e" providerId="LiveId" clId="{BA2F0650-0B49-4393-8FEE-D46B33866229}" dt="2023-08-31T13:39:04.510" v="1347" actId="47"/>
        <pc:sldMkLst>
          <pc:docMk/>
          <pc:sldMk cId="451246309" sldId="262"/>
        </pc:sldMkLst>
      </pc:sldChg>
      <pc:sldChg chg="del">
        <pc:chgData name="子閎 林" userId="d496ebd3736cf63e" providerId="LiveId" clId="{BA2F0650-0B49-4393-8FEE-D46B33866229}" dt="2023-08-31T13:39:06.813" v="1349" actId="47"/>
        <pc:sldMkLst>
          <pc:docMk/>
          <pc:sldMk cId="2011073989" sldId="263"/>
        </pc:sldMkLst>
      </pc:sldChg>
      <pc:sldChg chg="del">
        <pc:chgData name="子閎 林" userId="d496ebd3736cf63e" providerId="LiveId" clId="{BA2F0650-0B49-4393-8FEE-D46B33866229}" dt="2023-08-31T13:56:52.201" v="1834" actId="47"/>
        <pc:sldMkLst>
          <pc:docMk/>
          <pc:sldMk cId="146657797" sldId="264"/>
        </pc:sldMkLst>
      </pc:sldChg>
      <pc:sldChg chg="del">
        <pc:chgData name="子閎 林" userId="d496ebd3736cf63e" providerId="LiveId" clId="{BA2F0650-0B49-4393-8FEE-D46B33866229}" dt="2023-08-31T13:56:31.768" v="1813" actId="47"/>
        <pc:sldMkLst>
          <pc:docMk/>
          <pc:sldMk cId="3212776245" sldId="265"/>
        </pc:sldMkLst>
      </pc:sldChg>
      <pc:sldChg chg="del">
        <pc:chgData name="子閎 林" userId="d496ebd3736cf63e" providerId="LiveId" clId="{BA2F0650-0B49-4393-8FEE-D46B33866229}" dt="2023-08-31T13:56:53.182" v="1835" actId="47"/>
        <pc:sldMkLst>
          <pc:docMk/>
          <pc:sldMk cId="2579004042" sldId="267"/>
        </pc:sldMkLst>
      </pc:sldChg>
      <pc:sldChg chg="del">
        <pc:chgData name="子閎 林" userId="d496ebd3736cf63e" providerId="LiveId" clId="{BA2F0650-0B49-4393-8FEE-D46B33866229}" dt="2023-08-31T13:56:32.177" v="1814" actId="47"/>
        <pc:sldMkLst>
          <pc:docMk/>
          <pc:sldMk cId="3266039889" sldId="268"/>
        </pc:sldMkLst>
      </pc:sldChg>
      <pc:sldChg chg="del">
        <pc:chgData name="子閎 林" userId="d496ebd3736cf63e" providerId="LiveId" clId="{BA2F0650-0B49-4393-8FEE-D46B33866229}" dt="2023-08-31T13:56:32.502" v="1815" actId="47"/>
        <pc:sldMkLst>
          <pc:docMk/>
          <pc:sldMk cId="2224629651" sldId="269"/>
        </pc:sldMkLst>
      </pc:sldChg>
      <pc:sldChg chg="del">
        <pc:chgData name="子閎 林" userId="d496ebd3736cf63e" providerId="LiveId" clId="{BA2F0650-0B49-4393-8FEE-D46B33866229}" dt="2023-08-31T13:56:32.795" v="1816" actId="47"/>
        <pc:sldMkLst>
          <pc:docMk/>
          <pc:sldMk cId="3914491225" sldId="270"/>
        </pc:sldMkLst>
      </pc:sldChg>
      <pc:sldChg chg="del">
        <pc:chgData name="子閎 林" userId="d496ebd3736cf63e" providerId="LiveId" clId="{BA2F0650-0B49-4393-8FEE-D46B33866229}" dt="2023-08-31T13:56:30.875" v="1812" actId="47"/>
        <pc:sldMkLst>
          <pc:docMk/>
          <pc:sldMk cId="2953582692" sldId="271"/>
        </pc:sldMkLst>
      </pc:sldChg>
      <pc:sldChg chg="del">
        <pc:chgData name="子閎 林" userId="d496ebd3736cf63e" providerId="LiveId" clId="{BA2F0650-0B49-4393-8FEE-D46B33866229}" dt="2023-08-31T13:56:33.091" v="1817" actId="47"/>
        <pc:sldMkLst>
          <pc:docMk/>
          <pc:sldMk cId="3193804015" sldId="272"/>
        </pc:sldMkLst>
      </pc:sldChg>
      <pc:sldChg chg="del">
        <pc:chgData name="子閎 林" userId="d496ebd3736cf63e" providerId="LiveId" clId="{BA2F0650-0B49-4393-8FEE-D46B33866229}" dt="2023-08-31T13:56:33.333" v="1818" actId="47"/>
        <pc:sldMkLst>
          <pc:docMk/>
          <pc:sldMk cId="4161236047" sldId="273"/>
        </pc:sldMkLst>
      </pc:sldChg>
      <pc:sldChg chg="del">
        <pc:chgData name="子閎 林" userId="d496ebd3736cf63e" providerId="LiveId" clId="{BA2F0650-0B49-4393-8FEE-D46B33866229}" dt="2023-08-31T13:56:33.796" v="1820" actId="47"/>
        <pc:sldMkLst>
          <pc:docMk/>
          <pc:sldMk cId="967862819" sldId="274"/>
        </pc:sldMkLst>
      </pc:sldChg>
      <pc:sldChg chg="del">
        <pc:chgData name="子閎 林" userId="d496ebd3736cf63e" providerId="LiveId" clId="{BA2F0650-0B49-4393-8FEE-D46B33866229}" dt="2023-08-31T13:56:33.562" v="1819" actId="47"/>
        <pc:sldMkLst>
          <pc:docMk/>
          <pc:sldMk cId="111501498" sldId="275"/>
        </pc:sldMkLst>
      </pc:sldChg>
      <pc:sldChg chg="del">
        <pc:chgData name="子閎 林" userId="d496ebd3736cf63e" providerId="LiveId" clId="{BA2F0650-0B49-4393-8FEE-D46B33866229}" dt="2023-08-31T13:56:34.260" v="1821" actId="47"/>
        <pc:sldMkLst>
          <pc:docMk/>
          <pc:sldMk cId="2575558225" sldId="276"/>
        </pc:sldMkLst>
      </pc:sldChg>
      <pc:sldChg chg="del">
        <pc:chgData name="子閎 林" userId="d496ebd3736cf63e" providerId="LiveId" clId="{BA2F0650-0B49-4393-8FEE-D46B33866229}" dt="2023-08-31T13:56:34.468" v="1822" actId="47"/>
        <pc:sldMkLst>
          <pc:docMk/>
          <pc:sldMk cId="4220330869" sldId="277"/>
        </pc:sldMkLst>
      </pc:sldChg>
      <pc:sldChg chg="modSp mod">
        <pc:chgData name="子閎 林" userId="d496ebd3736cf63e" providerId="LiveId" clId="{BA2F0650-0B49-4393-8FEE-D46B33866229}" dt="2023-10-14T03:24:04.424" v="6002" actId="33553"/>
        <pc:sldMkLst>
          <pc:docMk/>
          <pc:sldMk cId="4196774234" sldId="278"/>
        </pc:sldMkLst>
        <pc:spChg chg="mod">
          <ac:chgData name="子閎 林" userId="d496ebd3736cf63e" providerId="LiveId" clId="{BA2F0650-0B49-4393-8FEE-D46B33866229}" dt="2023-10-14T03:24:04.424" v="6002" actId="33553"/>
          <ac:spMkLst>
            <pc:docMk/>
            <pc:sldMk cId="4196774234" sldId="278"/>
            <ac:spMk id="5" creationId="{256BEAB2-9691-3E05-AD79-C70989F5AF2A}"/>
          </ac:spMkLst>
        </pc:spChg>
      </pc:sldChg>
      <pc:sldChg chg="del">
        <pc:chgData name="子閎 林" userId="d496ebd3736cf63e" providerId="LiveId" clId="{BA2F0650-0B49-4393-8FEE-D46B33866229}" dt="2023-08-31T13:56:34.675" v="1823" actId="47"/>
        <pc:sldMkLst>
          <pc:docMk/>
          <pc:sldMk cId="3164832006" sldId="279"/>
        </pc:sldMkLst>
      </pc:sldChg>
      <pc:sldChg chg="del">
        <pc:chgData name="子閎 林" userId="d496ebd3736cf63e" providerId="LiveId" clId="{BA2F0650-0B49-4393-8FEE-D46B33866229}" dt="2023-08-31T13:56:51.395" v="1833" actId="47"/>
        <pc:sldMkLst>
          <pc:docMk/>
          <pc:sldMk cId="3456781880" sldId="280"/>
        </pc:sldMkLst>
      </pc:sldChg>
      <pc:sldChg chg="del">
        <pc:chgData name="子閎 林" userId="d496ebd3736cf63e" providerId="LiveId" clId="{BA2F0650-0B49-4393-8FEE-D46B33866229}" dt="2023-08-31T13:56:50.588" v="1832" actId="47"/>
        <pc:sldMkLst>
          <pc:docMk/>
          <pc:sldMk cId="2376585317" sldId="281"/>
        </pc:sldMkLst>
      </pc:sldChg>
      <pc:sldChg chg="del">
        <pc:chgData name="子閎 林" userId="d496ebd3736cf63e" providerId="LiveId" clId="{BA2F0650-0B49-4393-8FEE-D46B33866229}" dt="2023-08-31T13:56:49.524" v="1831" actId="47"/>
        <pc:sldMkLst>
          <pc:docMk/>
          <pc:sldMk cId="2784931825" sldId="282"/>
        </pc:sldMkLst>
      </pc:sldChg>
      <pc:sldChg chg="del">
        <pc:chgData name="子閎 林" userId="d496ebd3736cf63e" providerId="LiveId" clId="{BA2F0650-0B49-4393-8FEE-D46B33866229}" dt="2023-08-31T13:56:39.091" v="1826" actId="47"/>
        <pc:sldMkLst>
          <pc:docMk/>
          <pc:sldMk cId="3281243502" sldId="283"/>
        </pc:sldMkLst>
      </pc:sldChg>
      <pc:sldChg chg="del">
        <pc:chgData name="子閎 林" userId="d496ebd3736cf63e" providerId="LiveId" clId="{BA2F0650-0B49-4393-8FEE-D46B33866229}" dt="2023-08-31T13:56:39.560" v="1827" actId="47"/>
        <pc:sldMkLst>
          <pc:docMk/>
          <pc:sldMk cId="3196516784" sldId="284"/>
        </pc:sldMkLst>
      </pc:sldChg>
      <pc:sldChg chg="del">
        <pc:chgData name="子閎 林" userId="d496ebd3736cf63e" providerId="LiveId" clId="{BA2F0650-0B49-4393-8FEE-D46B33866229}" dt="2023-08-31T13:56:41.391" v="1828" actId="47"/>
        <pc:sldMkLst>
          <pc:docMk/>
          <pc:sldMk cId="3306149538" sldId="285"/>
        </pc:sldMkLst>
      </pc:sldChg>
      <pc:sldChg chg="add del setBg">
        <pc:chgData name="子閎 林" userId="d496ebd3736cf63e" providerId="LiveId" clId="{BA2F0650-0B49-4393-8FEE-D46B33866229}" dt="2023-08-31T15:17:02.320" v="3740"/>
        <pc:sldMkLst>
          <pc:docMk/>
          <pc:sldMk cId="1631077331" sldId="286"/>
        </pc:sldMkLst>
      </pc:sldChg>
      <pc:sldChg chg="del">
        <pc:chgData name="子閎 林" userId="d496ebd3736cf63e" providerId="LiveId" clId="{BA2F0650-0B49-4393-8FEE-D46B33866229}" dt="2023-08-31T13:56:38.144" v="1825" actId="47"/>
        <pc:sldMkLst>
          <pc:docMk/>
          <pc:sldMk cId="3426410951" sldId="287"/>
        </pc:sldMkLst>
      </pc:sldChg>
      <pc:sldChg chg="modSp add mod">
        <pc:chgData name="子閎 林" userId="d496ebd3736cf63e" providerId="LiveId" clId="{BA2F0650-0B49-4393-8FEE-D46B33866229}" dt="2023-10-14T03:20:43.616" v="5964" actId="33553"/>
        <pc:sldMkLst>
          <pc:docMk/>
          <pc:sldMk cId="1484549544" sldId="288"/>
        </pc:sldMkLst>
        <pc:spChg chg="mod">
          <ac:chgData name="子閎 林" userId="d496ebd3736cf63e" providerId="LiveId" clId="{BA2F0650-0B49-4393-8FEE-D46B33866229}" dt="2023-10-14T03:20:43.616" v="5964" actId="33553"/>
          <ac:spMkLst>
            <pc:docMk/>
            <pc:sldMk cId="1484549544" sldId="288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0T15:35:47.401" v="957" actId="20577"/>
          <ac:spMkLst>
            <pc:docMk/>
            <pc:sldMk cId="1484549544" sldId="288"/>
            <ac:spMk id="9" creationId="{E63C22C5-0AE6-C4DD-FF4E-4294FB8E02E6}"/>
          </ac:spMkLst>
        </pc:spChg>
      </pc:sldChg>
      <pc:sldChg chg="addSp modSp add mod">
        <pc:chgData name="子閎 林" userId="d496ebd3736cf63e" providerId="LiveId" clId="{BA2F0650-0B49-4393-8FEE-D46B33866229}" dt="2023-10-14T03:21:08.878" v="5969" actId="33553"/>
        <pc:sldMkLst>
          <pc:docMk/>
          <pc:sldMk cId="2087124329" sldId="289"/>
        </pc:sldMkLst>
        <pc:spChg chg="add mod">
          <ac:chgData name="子閎 林" userId="d496ebd3736cf63e" providerId="LiveId" clId="{BA2F0650-0B49-4393-8FEE-D46B33866229}" dt="2023-08-30T15:35:35.172" v="956" actId="1582"/>
          <ac:spMkLst>
            <pc:docMk/>
            <pc:sldMk cId="2087124329" sldId="289"/>
            <ac:spMk id="7" creationId="{668527B8-89BC-ECA8-70D0-641AED43B7E0}"/>
          </ac:spMkLst>
        </pc:spChg>
        <pc:spChg chg="mod">
          <ac:chgData name="子閎 林" userId="d496ebd3736cf63e" providerId="LiveId" clId="{BA2F0650-0B49-4393-8FEE-D46B33866229}" dt="2023-10-14T03:21:08.878" v="5969" actId="33553"/>
          <ac:spMkLst>
            <pc:docMk/>
            <pc:sldMk cId="2087124329" sldId="289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2:58:09.836" v="4937" actId="207"/>
          <ac:spMkLst>
            <pc:docMk/>
            <pc:sldMk cId="2087124329" sldId="289"/>
            <ac:spMk id="9" creationId="{E63C22C5-0AE6-C4DD-FF4E-4294FB8E02E6}"/>
          </ac:spMkLst>
        </pc:spChg>
        <pc:picChg chg="add mod">
          <ac:chgData name="子閎 林" userId="d496ebd3736cf63e" providerId="LiveId" clId="{BA2F0650-0B49-4393-8FEE-D46B33866229}" dt="2023-08-30T15:35:00.906" v="951" actId="1076"/>
          <ac:picMkLst>
            <pc:docMk/>
            <pc:sldMk cId="2087124329" sldId="289"/>
            <ac:picMk id="6" creationId="{9637113E-9161-4079-DFE5-922D69B48000}"/>
          </ac:picMkLst>
        </pc:picChg>
        <pc:picChg chg="mod">
          <ac:chgData name="子閎 林" userId="d496ebd3736cf63e" providerId="LiveId" clId="{BA2F0650-0B49-4393-8FEE-D46B33866229}" dt="2023-09-10T13:01:11.381" v="5097" actId="1076"/>
          <ac:picMkLst>
            <pc:docMk/>
            <pc:sldMk cId="2087124329" sldId="289"/>
            <ac:picMk id="11" creationId="{EF8B3F8A-F751-48BC-2DFA-F2EF3231B1F9}"/>
          </ac:picMkLst>
        </pc:picChg>
      </pc:sldChg>
      <pc:sldChg chg="add del setBg">
        <pc:chgData name="子閎 林" userId="d496ebd3736cf63e" providerId="LiveId" clId="{BA2F0650-0B49-4393-8FEE-D46B33866229}" dt="2023-08-30T15:29:44.355" v="873"/>
        <pc:sldMkLst>
          <pc:docMk/>
          <pc:sldMk cId="2669484691" sldId="290"/>
        </pc:sldMkLst>
      </pc:sldChg>
      <pc:sldChg chg="addSp delSp modSp add mod">
        <pc:chgData name="子閎 林" userId="d496ebd3736cf63e" providerId="LiveId" clId="{BA2F0650-0B49-4393-8FEE-D46B33866229}" dt="2023-10-14T03:21:18.824" v="5971" actId="33553"/>
        <pc:sldMkLst>
          <pc:docMk/>
          <pc:sldMk cId="3308054466" sldId="290"/>
        </pc:sldMkLst>
        <pc:spChg chg="mod ord">
          <ac:chgData name="子閎 林" userId="d496ebd3736cf63e" providerId="LiveId" clId="{BA2F0650-0B49-4393-8FEE-D46B33866229}" dt="2023-09-10T13:01:39.229" v="5101" actId="164"/>
          <ac:spMkLst>
            <pc:docMk/>
            <pc:sldMk cId="3308054466" sldId="290"/>
            <ac:spMk id="7" creationId="{668527B8-89BC-ECA8-70D0-641AED43B7E0}"/>
          </ac:spMkLst>
        </pc:spChg>
        <pc:spChg chg="mod">
          <ac:chgData name="子閎 林" userId="d496ebd3736cf63e" providerId="LiveId" clId="{BA2F0650-0B49-4393-8FEE-D46B33866229}" dt="2023-10-14T03:21:18.824" v="5971" actId="33553"/>
          <ac:spMkLst>
            <pc:docMk/>
            <pc:sldMk cId="3308054466" sldId="290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0T15:36:31.539" v="1005" actId="20577"/>
          <ac:spMkLst>
            <pc:docMk/>
            <pc:sldMk cId="3308054466" sldId="290"/>
            <ac:spMk id="9" creationId="{E63C22C5-0AE6-C4DD-FF4E-4294FB8E02E6}"/>
          </ac:spMkLst>
        </pc:spChg>
        <pc:grpChg chg="add mod">
          <ac:chgData name="子閎 林" userId="d496ebd3736cf63e" providerId="LiveId" clId="{BA2F0650-0B49-4393-8FEE-D46B33866229}" dt="2023-09-10T13:01:44.793" v="5102" actId="1076"/>
          <ac:grpSpMkLst>
            <pc:docMk/>
            <pc:sldMk cId="3308054466" sldId="290"/>
            <ac:grpSpMk id="4" creationId="{AC77D79B-8D66-7D4D-E0B1-C978799E03AE}"/>
          </ac:grpSpMkLst>
        </pc:grpChg>
        <pc:picChg chg="del">
          <ac:chgData name="子閎 林" userId="d496ebd3736cf63e" providerId="LiveId" clId="{BA2F0650-0B49-4393-8FEE-D46B33866229}" dt="2023-08-30T15:36:59.506" v="1008" actId="478"/>
          <ac:picMkLst>
            <pc:docMk/>
            <pc:sldMk cId="3308054466" sldId="290"/>
            <ac:picMk id="6" creationId="{9637113E-9161-4079-DFE5-922D69B48000}"/>
          </ac:picMkLst>
        </pc:picChg>
        <pc:picChg chg="add mod">
          <ac:chgData name="子閎 林" userId="d496ebd3736cf63e" providerId="LiveId" clId="{BA2F0650-0B49-4393-8FEE-D46B33866229}" dt="2023-09-10T13:01:39.229" v="5101" actId="164"/>
          <ac:picMkLst>
            <pc:docMk/>
            <pc:sldMk cId="3308054466" sldId="290"/>
            <ac:picMk id="11" creationId="{19C38C39-8F4A-F3BA-3277-FB088E50D7BD}"/>
          </ac:picMkLst>
        </pc:picChg>
      </pc:sldChg>
      <pc:sldChg chg="addSp delSp modSp add mod modAnim">
        <pc:chgData name="子閎 林" userId="d496ebd3736cf63e" providerId="LiveId" clId="{BA2F0650-0B49-4393-8FEE-D46B33866229}" dt="2023-10-14T03:21:22.979" v="5972" actId="33553"/>
        <pc:sldMkLst>
          <pc:docMk/>
          <pc:sldMk cId="2397369793" sldId="291"/>
        </pc:sldMkLst>
        <pc:spChg chg="mod ord">
          <ac:chgData name="子閎 林" userId="d496ebd3736cf63e" providerId="LiveId" clId="{BA2F0650-0B49-4393-8FEE-D46B33866229}" dt="2023-09-10T13:03:02.189" v="5110" actId="164"/>
          <ac:spMkLst>
            <pc:docMk/>
            <pc:sldMk cId="2397369793" sldId="291"/>
            <ac:spMk id="7" creationId="{668527B8-89BC-ECA8-70D0-641AED43B7E0}"/>
          </ac:spMkLst>
        </pc:spChg>
        <pc:spChg chg="mod">
          <ac:chgData name="子閎 林" userId="d496ebd3736cf63e" providerId="LiveId" clId="{BA2F0650-0B49-4393-8FEE-D46B33866229}" dt="2023-10-14T03:21:22.979" v="5972" actId="33553"/>
          <ac:spMkLst>
            <pc:docMk/>
            <pc:sldMk cId="2397369793" sldId="291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0T15:38:44.556" v="1037" actId="20577"/>
          <ac:spMkLst>
            <pc:docMk/>
            <pc:sldMk cId="2397369793" sldId="291"/>
            <ac:spMk id="9" creationId="{E63C22C5-0AE6-C4DD-FF4E-4294FB8E02E6}"/>
          </ac:spMkLst>
        </pc:spChg>
        <pc:spChg chg="add mod">
          <ac:chgData name="子閎 林" userId="d496ebd3736cf63e" providerId="LiveId" clId="{BA2F0650-0B49-4393-8FEE-D46B33866229}" dt="2023-09-10T13:03:02.189" v="5110" actId="164"/>
          <ac:spMkLst>
            <pc:docMk/>
            <pc:sldMk cId="2397369793" sldId="291"/>
            <ac:spMk id="14" creationId="{A7EC3A01-175D-0F86-6B6F-EEF9D36323E5}"/>
          </ac:spMkLst>
        </pc:spChg>
        <pc:spChg chg="add del mod">
          <ac:chgData name="子閎 林" userId="d496ebd3736cf63e" providerId="LiveId" clId="{BA2F0650-0B49-4393-8FEE-D46B33866229}" dt="2023-08-30T23:42:02.940" v="1070" actId="478"/>
          <ac:spMkLst>
            <pc:docMk/>
            <pc:sldMk cId="2397369793" sldId="291"/>
            <ac:spMk id="15" creationId="{3C8830BE-BF7B-0221-92D5-A6E32842A1B0}"/>
          </ac:spMkLst>
        </pc:spChg>
        <pc:spChg chg="add mod">
          <ac:chgData name="子閎 林" userId="d496ebd3736cf63e" providerId="LiveId" clId="{BA2F0650-0B49-4393-8FEE-D46B33866229}" dt="2023-09-10T13:03:02.189" v="5110" actId="164"/>
          <ac:spMkLst>
            <pc:docMk/>
            <pc:sldMk cId="2397369793" sldId="291"/>
            <ac:spMk id="16" creationId="{88F2833D-97A6-1D73-5759-8C257C6EB2DA}"/>
          </ac:spMkLst>
        </pc:spChg>
        <pc:spChg chg="add mod">
          <ac:chgData name="子閎 林" userId="d496ebd3736cf63e" providerId="LiveId" clId="{BA2F0650-0B49-4393-8FEE-D46B33866229}" dt="2023-09-10T13:03:02.189" v="5110" actId="164"/>
          <ac:spMkLst>
            <pc:docMk/>
            <pc:sldMk cId="2397369793" sldId="291"/>
            <ac:spMk id="17" creationId="{2E0B1716-83CA-9559-48C2-4EE264ACECED}"/>
          </ac:spMkLst>
        </pc:spChg>
        <pc:spChg chg="add mod">
          <ac:chgData name="子閎 林" userId="d496ebd3736cf63e" providerId="LiveId" clId="{BA2F0650-0B49-4393-8FEE-D46B33866229}" dt="2023-09-10T13:03:02.189" v="5110" actId="164"/>
          <ac:spMkLst>
            <pc:docMk/>
            <pc:sldMk cId="2397369793" sldId="291"/>
            <ac:spMk id="18" creationId="{84263EF9-7065-DF3E-A350-99F521EDCD86}"/>
          </ac:spMkLst>
        </pc:spChg>
        <pc:spChg chg="add mod">
          <ac:chgData name="子閎 林" userId="d496ebd3736cf63e" providerId="LiveId" clId="{BA2F0650-0B49-4393-8FEE-D46B33866229}" dt="2023-09-10T13:03:02.189" v="5110" actId="164"/>
          <ac:spMkLst>
            <pc:docMk/>
            <pc:sldMk cId="2397369793" sldId="291"/>
            <ac:spMk id="19" creationId="{3CED77C9-270C-55A8-AE13-42310DC266C3}"/>
          </ac:spMkLst>
        </pc:spChg>
        <pc:spChg chg="add mod">
          <ac:chgData name="子閎 林" userId="d496ebd3736cf63e" providerId="LiveId" clId="{BA2F0650-0B49-4393-8FEE-D46B33866229}" dt="2023-09-10T13:03:02.189" v="5110" actId="164"/>
          <ac:spMkLst>
            <pc:docMk/>
            <pc:sldMk cId="2397369793" sldId="291"/>
            <ac:spMk id="20" creationId="{53379FE7-C61E-4F5F-7F17-C1560DEF57A9}"/>
          </ac:spMkLst>
        </pc:spChg>
        <pc:spChg chg="add mod">
          <ac:chgData name="子閎 林" userId="d496ebd3736cf63e" providerId="LiveId" clId="{BA2F0650-0B49-4393-8FEE-D46B33866229}" dt="2023-09-10T13:03:02.189" v="5110" actId="164"/>
          <ac:spMkLst>
            <pc:docMk/>
            <pc:sldMk cId="2397369793" sldId="291"/>
            <ac:spMk id="21" creationId="{E09C4955-9D9E-4E06-0307-1C6231135A26}"/>
          </ac:spMkLst>
        </pc:spChg>
        <pc:grpChg chg="add mod">
          <ac:chgData name="子閎 林" userId="d496ebd3736cf63e" providerId="LiveId" clId="{BA2F0650-0B49-4393-8FEE-D46B33866229}" dt="2023-09-10T13:02:57.676" v="5109" actId="164"/>
          <ac:grpSpMkLst>
            <pc:docMk/>
            <pc:sldMk cId="2397369793" sldId="291"/>
            <ac:grpSpMk id="4" creationId="{1A933734-FD52-984D-AE56-37BA1308BD48}"/>
          </ac:grpSpMkLst>
        </pc:grpChg>
        <pc:grpChg chg="add mod">
          <ac:chgData name="子閎 林" userId="d496ebd3736cf63e" providerId="LiveId" clId="{BA2F0650-0B49-4393-8FEE-D46B33866229}" dt="2023-09-10T13:03:34.051" v="5115" actId="1076"/>
          <ac:grpSpMkLst>
            <pc:docMk/>
            <pc:sldMk cId="2397369793" sldId="291"/>
            <ac:grpSpMk id="6" creationId="{024FD563-D076-4951-10F3-FC226986DCDD}"/>
          </ac:grpSpMkLst>
        </pc:grpChg>
        <pc:grpChg chg="add mod">
          <ac:chgData name="子閎 林" userId="d496ebd3736cf63e" providerId="LiveId" clId="{BA2F0650-0B49-4393-8FEE-D46B33866229}" dt="2023-08-31T13:43:15.523" v="1410" actId="164"/>
          <ac:grpSpMkLst>
            <pc:docMk/>
            <pc:sldMk cId="2397369793" sldId="291"/>
            <ac:grpSpMk id="22" creationId="{3B6B90E4-AE47-8C5D-69BE-75A765F77362}"/>
          </ac:grpSpMkLst>
        </pc:grpChg>
        <pc:picChg chg="add del mod">
          <ac:chgData name="子閎 林" userId="d496ebd3736cf63e" providerId="LiveId" clId="{BA2F0650-0B49-4393-8FEE-D46B33866229}" dt="2023-08-30T15:39:07.388" v="1043" actId="478"/>
          <ac:picMkLst>
            <pc:docMk/>
            <pc:sldMk cId="2397369793" sldId="291"/>
            <ac:picMk id="6" creationId="{15D8D858-F05A-D035-99C0-AC6E0EE3A20B}"/>
          </ac:picMkLst>
        </pc:picChg>
        <pc:picChg chg="del">
          <ac:chgData name="子閎 林" userId="d496ebd3736cf63e" providerId="LiveId" clId="{BA2F0650-0B49-4393-8FEE-D46B33866229}" dt="2023-08-30T15:38:28.046" v="1020" actId="478"/>
          <ac:picMkLst>
            <pc:docMk/>
            <pc:sldMk cId="2397369793" sldId="291"/>
            <ac:picMk id="11" creationId="{19C38C39-8F4A-F3BA-3277-FB088E50D7BD}"/>
          </ac:picMkLst>
        </pc:picChg>
        <pc:picChg chg="add mod">
          <ac:chgData name="子閎 林" userId="d496ebd3736cf63e" providerId="LiveId" clId="{BA2F0650-0B49-4393-8FEE-D46B33866229}" dt="2023-09-10T13:03:02.189" v="5110" actId="164"/>
          <ac:picMkLst>
            <pc:docMk/>
            <pc:sldMk cId="2397369793" sldId="291"/>
            <ac:picMk id="13" creationId="{12262D8E-8D48-E55E-9D74-0E098041A0BC}"/>
          </ac:picMkLst>
        </pc:picChg>
      </pc:sldChg>
      <pc:sldChg chg="addSp delSp modSp add mod delAnim">
        <pc:chgData name="子閎 林" userId="d496ebd3736cf63e" providerId="LiveId" clId="{BA2F0650-0B49-4393-8FEE-D46B33866229}" dt="2023-10-14T03:21:27.659" v="5973" actId="33553"/>
        <pc:sldMkLst>
          <pc:docMk/>
          <pc:sldMk cId="2486889218" sldId="292"/>
        </pc:sldMkLst>
        <pc:spChg chg="del">
          <ac:chgData name="子閎 林" userId="d496ebd3736cf63e" providerId="LiveId" clId="{BA2F0650-0B49-4393-8FEE-D46B33866229}" dt="2023-08-31T13:31:01.285" v="1116" actId="478"/>
          <ac:spMkLst>
            <pc:docMk/>
            <pc:sldMk cId="2486889218" sldId="292"/>
            <ac:spMk id="7" creationId="{668527B8-89BC-ECA8-70D0-641AED43B7E0}"/>
          </ac:spMkLst>
        </pc:spChg>
        <pc:spChg chg="mod">
          <ac:chgData name="子閎 林" userId="d496ebd3736cf63e" providerId="LiveId" clId="{BA2F0650-0B49-4393-8FEE-D46B33866229}" dt="2023-10-14T03:21:27.659" v="5973" actId="33553"/>
          <ac:spMkLst>
            <pc:docMk/>
            <pc:sldMk cId="2486889218" sldId="292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3:36:20.153" v="1299" actId="20577"/>
          <ac:spMkLst>
            <pc:docMk/>
            <pc:sldMk cId="2486889218" sldId="292"/>
            <ac:spMk id="9" creationId="{E63C22C5-0AE6-C4DD-FF4E-4294FB8E02E6}"/>
          </ac:spMkLst>
        </pc:spChg>
        <pc:spChg chg="del">
          <ac:chgData name="子閎 林" userId="d496ebd3736cf63e" providerId="LiveId" clId="{BA2F0650-0B49-4393-8FEE-D46B33866229}" dt="2023-08-31T13:31:01.285" v="1116" actId="478"/>
          <ac:spMkLst>
            <pc:docMk/>
            <pc:sldMk cId="2486889218" sldId="292"/>
            <ac:spMk id="14" creationId="{A7EC3A01-175D-0F86-6B6F-EEF9D36323E5}"/>
          </ac:spMkLst>
        </pc:spChg>
        <pc:spChg chg="del">
          <ac:chgData name="子閎 林" userId="d496ebd3736cf63e" providerId="LiveId" clId="{BA2F0650-0B49-4393-8FEE-D46B33866229}" dt="2023-08-31T13:31:01.285" v="1116" actId="478"/>
          <ac:spMkLst>
            <pc:docMk/>
            <pc:sldMk cId="2486889218" sldId="292"/>
            <ac:spMk id="16" creationId="{88F2833D-97A6-1D73-5759-8C257C6EB2DA}"/>
          </ac:spMkLst>
        </pc:spChg>
        <pc:spChg chg="del">
          <ac:chgData name="子閎 林" userId="d496ebd3736cf63e" providerId="LiveId" clId="{BA2F0650-0B49-4393-8FEE-D46B33866229}" dt="2023-08-31T13:31:01.285" v="1116" actId="478"/>
          <ac:spMkLst>
            <pc:docMk/>
            <pc:sldMk cId="2486889218" sldId="292"/>
            <ac:spMk id="17" creationId="{2E0B1716-83CA-9559-48C2-4EE264ACECED}"/>
          </ac:spMkLst>
        </pc:spChg>
        <pc:spChg chg="del">
          <ac:chgData name="子閎 林" userId="d496ebd3736cf63e" providerId="LiveId" clId="{BA2F0650-0B49-4393-8FEE-D46B33866229}" dt="2023-08-31T13:31:01.285" v="1116" actId="478"/>
          <ac:spMkLst>
            <pc:docMk/>
            <pc:sldMk cId="2486889218" sldId="292"/>
            <ac:spMk id="18" creationId="{84263EF9-7065-DF3E-A350-99F521EDCD86}"/>
          </ac:spMkLst>
        </pc:spChg>
        <pc:spChg chg="del">
          <ac:chgData name="子閎 林" userId="d496ebd3736cf63e" providerId="LiveId" clId="{BA2F0650-0B49-4393-8FEE-D46B33866229}" dt="2023-08-31T13:31:01.285" v="1116" actId="478"/>
          <ac:spMkLst>
            <pc:docMk/>
            <pc:sldMk cId="2486889218" sldId="292"/>
            <ac:spMk id="19" creationId="{3CED77C9-270C-55A8-AE13-42310DC266C3}"/>
          </ac:spMkLst>
        </pc:spChg>
        <pc:spChg chg="del">
          <ac:chgData name="子閎 林" userId="d496ebd3736cf63e" providerId="LiveId" clId="{BA2F0650-0B49-4393-8FEE-D46B33866229}" dt="2023-08-31T13:31:01.285" v="1116" actId="478"/>
          <ac:spMkLst>
            <pc:docMk/>
            <pc:sldMk cId="2486889218" sldId="292"/>
            <ac:spMk id="20" creationId="{53379FE7-C61E-4F5F-7F17-C1560DEF57A9}"/>
          </ac:spMkLst>
        </pc:spChg>
        <pc:spChg chg="del">
          <ac:chgData name="子閎 林" userId="d496ebd3736cf63e" providerId="LiveId" clId="{BA2F0650-0B49-4393-8FEE-D46B33866229}" dt="2023-08-31T13:31:01.285" v="1116" actId="478"/>
          <ac:spMkLst>
            <pc:docMk/>
            <pc:sldMk cId="2486889218" sldId="292"/>
            <ac:spMk id="21" creationId="{E09C4955-9D9E-4E06-0307-1C6231135A26}"/>
          </ac:spMkLst>
        </pc:spChg>
        <pc:picChg chg="add del mod">
          <ac:chgData name="子閎 林" userId="d496ebd3736cf63e" providerId="LiveId" clId="{BA2F0650-0B49-4393-8FEE-D46B33866229}" dt="2023-08-31T13:31:50.832" v="1120" actId="478"/>
          <ac:picMkLst>
            <pc:docMk/>
            <pc:sldMk cId="2486889218" sldId="292"/>
            <ac:picMk id="6" creationId="{6FEB47B1-F90C-9AB8-9AEA-B1DE723526AA}"/>
          </ac:picMkLst>
        </pc:picChg>
        <pc:picChg chg="add mod">
          <ac:chgData name="子閎 林" userId="d496ebd3736cf63e" providerId="LiveId" clId="{BA2F0650-0B49-4393-8FEE-D46B33866229}" dt="2023-09-10T13:04:09.736" v="5118" actId="1076"/>
          <ac:picMkLst>
            <pc:docMk/>
            <pc:sldMk cId="2486889218" sldId="292"/>
            <ac:picMk id="12" creationId="{5AC4B737-0B2A-ED87-416A-CA534FD2FCAF}"/>
          </ac:picMkLst>
        </pc:picChg>
        <pc:picChg chg="del">
          <ac:chgData name="子閎 林" userId="d496ebd3736cf63e" providerId="LiveId" clId="{BA2F0650-0B49-4393-8FEE-D46B33866229}" dt="2023-08-31T13:31:01.285" v="1116" actId="478"/>
          <ac:picMkLst>
            <pc:docMk/>
            <pc:sldMk cId="2486889218" sldId="292"/>
            <ac:picMk id="13" creationId="{12262D8E-8D48-E55E-9D74-0E098041A0BC}"/>
          </ac:picMkLst>
        </pc:picChg>
      </pc:sldChg>
      <pc:sldChg chg="addSp delSp modSp add mod">
        <pc:chgData name="子閎 林" userId="d496ebd3736cf63e" providerId="LiveId" clId="{BA2F0650-0B49-4393-8FEE-D46B33866229}" dt="2023-10-14T03:21:35.429" v="5974" actId="33553"/>
        <pc:sldMkLst>
          <pc:docMk/>
          <pc:sldMk cId="1861092785" sldId="293"/>
        </pc:sldMkLst>
        <pc:spChg chg="mod">
          <ac:chgData name="子閎 林" userId="d496ebd3736cf63e" providerId="LiveId" clId="{BA2F0650-0B49-4393-8FEE-D46B33866229}" dt="2023-10-14T03:21:35.429" v="5974" actId="33553"/>
          <ac:spMkLst>
            <pc:docMk/>
            <pc:sldMk cId="1861092785" sldId="293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3:38:42.336" v="1344" actId="113"/>
          <ac:spMkLst>
            <pc:docMk/>
            <pc:sldMk cId="1861092785" sldId="293"/>
            <ac:spMk id="9" creationId="{E63C22C5-0AE6-C4DD-FF4E-4294FB8E02E6}"/>
          </ac:spMkLst>
        </pc:spChg>
        <pc:picChg chg="add mod">
          <ac:chgData name="子閎 林" userId="d496ebd3736cf63e" providerId="LiveId" clId="{BA2F0650-0B49-4393-8FEE-D46B33866229}" dt="2023-09-10T13:06:09.854" v="5128" actId="1076"/>
          <ac:picMkLst>
            <pc:docMk/>
            <pc:sldMk cId="1861092785" sldId="293"/>
            <ac:picMk id="6" creationId="{5ED8C744-E83F-0E9A-1899-566B8AA42E69}"/>
          </ac:picMkLst>
        </pc:picChg>
        <pc:picChg chg="del">
          <ac:chgData name="子閎 林" userId="d496ebd3736cf63e" providerId="LiveId" clId="{BA2F0650-0B49-4393-8FEE-D46B33866229}" dt="2023-08-31T13:37:24.722" v="1301" actId="478"/>
          <ac:picMkLst>
            <pc:docMk/>
            <pc:sldMk cId="1861092785" sldId="293"/>
            <ac:picMk id="12" creationId="{5AC4B737-0B2A-ED87-416A-CA534FD2FCAF}"/>
          </ac:picMkLst>
        </pc:picChg>
      </pc:sldChg>
      <pc:sldChg chg="addSp delSp modSp add mod modAnim">
        <pc:chgData name="子閎 林" userId="d496ebd3736cf63e" providerId="LiveId" clId="{BA2F0650-0B49-4393-8FEE-D46B33866229}" dt="2023-10-14T03:21:39.827" v="5975" actId="33553"/>
        <pc:sldMkLst>
          <pc:docMk/>
          <pc:sldMk cId="334558764" sldId="294"/>
        </pc:sldMkLst>
        <pc:spChg chg="mod">
          <ac:chgData name="子閎 林" userId="d496ebd3736cf63e" providerId="LiveId" clId="{BA2F0650-0B49-4393-8FEE-D46B33866229}" dt="2023-10-14T03:21:39.827" v="5975" actId="33553"/>
          <ac:spMkLst>
            <pc:docMk/>
            <pc:sldMk cId="334558764" sldId="294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4:11:32.104" v="2113" actId="20577"/>
          <ac:spMkLst>
            <pc:docMk/>
            <pc:sldMk cId="334558764" sldId="294"/>
            <ac:spMk id="9" creationId="{E63C22C5-0AE6-C4DD-FF4E-4294FB8E02E6}"/>
          </ac:spMkLst>
        </pc:spChg>
        <pc:spChg chg="add del mod topLvl">
          <ac:chgData name="子閎 林" userId="d496ebd3736cf63e" providerId="LiveId" clId="{BA2F0650-0B49-4393-8FEE-D46B33866229}" dt="2023-09-10T13:08:04.448" v="5153" actId="478"/>
          <ac:spMkLst>
            <pc:docMk/>
            <pc:sldMk cId="334558764" sldId="294"/>
            <ac:spMk id="11" creationId="{E2DE986A-D110-7D02-5CB6-012FEC65B283}"/>
          </ac:spMkLst>
        </pc:spChg>
        <pc:grpChg chg="add del mod">
          <ac:chgData name="子閎 林" userId="d496ebd3736cf63e" providerId="LiveId" clId="{BA2F0650-0B49-4393-8FEE-D46B33866229}" dt="2023-09-10T13:08:02.008" v="5152" actId="165"/>
          <ac:grpSpMkLst>
            <pc:docMk/>
            <pc:sldMk cId="334558764" sldId="294"/>
            <ac:grpSpMk id="4" creationId="{6770D8FB-456F-8055-925C-CB1104421186}"/>
          </ac:grpSpMkLst>
        </pc:grpChg>
        <pc:picChg chg="del">
          <ac:chgData name="子閎 林" userId="d496ebd3736cf63e" providerId="LiveId" clId="{BA2F0650-0B49-4393-8FEE-D46B33866229}" dt="2023-08-31T13:39:43.997" v="1351" actId="478"/>
          <ac:picMkLst>
            <pc:docMk/>
            <pc:sldMk cId="334558764" sldId="294"/>
            <ac:picMk id="6" creationId="{5ED8C744-E83F-0E9A-1899-566B8AA42E69}"/>
          </ac:picMkLst>
        </pc:picChg>
        <pc:picChg chg="add mod topLvl">
          <ac:chgData name="子閎 林" userId="d496ebd3736cf63e" providerId="LiveId" clId="{BA2F0650-0B49-4393-8FEE-D46B33866229}" dt="2023-09-10T13:08:02.008" v="5152" actId="165"/>
          <ac:picMkLst>
            <pc:docMk/>
            <pc:sldMk cId="334558764" sldId="294"/>
            <ac:picMk id="7" creationId="{729A26EA-C475-D3F4-7734-CCA688882FE1}"/>
          </ac:picMkLst>
        </pc:picChg>
      </pc:sldChg>
      <pc:sldChg chg="addSp delSp modSp add mod">
        <pc:chgData name="子閎 林" userId="d496ebd3736cf63e" providerId="LiveId" clId="{BA2F0650-0B49-4393-8FEE-D46B33866229}" dt="2023-10-14T03:21:44.978" v="5976" actId="33553"/>
        <pc:sldMkLst>
          <pc:docMk/>
          <pc:sldMk cId="1040226851" sldId="295"/>
        </pc:sldMkLst>
        <pc:spChg chg="mod">
          <ac:chgData name="子閎 林" userId="d496ebd3736cf63e" providerId="LiveId" clId="{BA2F0650-0B49-4393-8FEE-D46B33866229}" dt="2023-10-14T03:21:44.978" v="5976" actId="33553"/>
          <ac:spMkLst>
            <pc:docMk/>
            <pc:sldMk cId="1040226851" sldId="295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4:11:21.540" v="2095" actId="20577"/>
          <ac:spMkLst>
            <pc:docMk/>
            <pc:sldMk cId="1040226851" sldId="295"/>
            <ac:spMk id="9" creationId="{E63C22C5-0AE6-C4DD-FF4E-4294FB8E02E6}"/>
          </ac:spMkLst>
        </pc:spChg>
        <pc:spChg chg="add mod">
          <ac:chgData name="子閎 林" userId="d496ebd3736cf63e" providerId="LiveId" clId="{BA2F0650-0B49-4393-8FEE-D46B33866229}" dt="2023-09-10T13:08:28.352" v="5154"/>
          <ac:spMkLst>
            <pc:docMk/>
            <pc:sldMk cId="1040226851" sldId="295"/>
            <ac:spMk id="11" creationId="{37F7BFA8-3B9E-AA64-8E37-8057306586BB}"/>
          </ac:spMkLst>
        </pc:spChg>
        <pc:grpChg chg="add mod">
          <ac:chgData name="子閎 林" userId="d496ebd3736cf63e" providerId="LiveId" clId="{BA2F0650-0B49-4393-8FEE-D46B33866229}" dt="2023-09-10T13:06:58.982" v="5143" actId="164"/>
          <ac:grpSpMkLst>
            <pc:docMk/>
            <pc:sldMk cId="1040226851" sldId="295"/>
            <ac:grpSpMk id="4" creationId="{1060CFC6-71C4-41B9-9D15-AC34547E583B}"/>
          </ac:grpSpMkLst>
        </pc:grpChg>
        <pc:grpChg chg="add mod">
          <ac:chgData name="子閎 林" userId="d496ebd3736cf63e" providerId="LiveId" clId="{BA2F0650-0B49-4393-8FEE-D46B33866229}" dt="2023-09-10T13:08:36.099" v="5156" actId="14100"/>
          <ac:grpSpMkLst>
            <pc:docMk/>
            <pc:sldMk cId="1040226851" sldId="295"/>
            <ac:grpSpMk id="7" creationId="{B6A98A5E-5488-8E10-7218-B5EC62C667CC}"/>
          </ac:grpSpMkLst>
        </pc:grpChg>
        <pc:picChg chg="add mod">
          <ac:chgData name="子閎 林" userId="d496ebd3736cf63e" providerId="LiveId" clId="{BA2F0650-0B49-4393-8FEE-D46B33866229}" dt="2023-09-10T13:07:02.249" v="5144" actId="164"/>
          <ac:picMkLst>
            <pc:docMk/>
            <pc:sldMk cId="1040226851" sldId="295"/>
            <ac:picMk id="6" creationId="{C6E0B326-6DB3-EEEA-25AF-5FBF8A63F2C1}"/>
          </ac:picMkLst>
        </pc:picChg>
        <pc:picChg chg="del">
          <ac:chgData name="子閎 林" userId="d496ebd3736cf63e" providerId="LiveId" clId="{BA2F0650-0B49-4393-8FEE-D46B33866229}" dt="2023-08-31T13:42:26.170" v="1403" actId="478"/>
          <ac:picMkLst>
            <pc:docMk/>
            <pc:sldMk cId="1040226851" sldId="295"/>
            <ac:picMk id="7" creationId="{729A26EA-C475-D3F4-7734-CCA688882FE1}"/>
          </ac:picMkLst>
        </pc:picChg>
      </pc:sldChg>
      <pc:sldChg chg="addSp delSp modSp add mod modAnim">
        <pc:chgData name="子閎 林" userId="d496ebd3736cf63e" providerId="LiveId" clId="{BA2F0650-0B49-4393-8FEE-D46B33866229}" dt="2023-10-14T03:21:49.970" v="5977" actId="33553"/>
        <pc:sldMkLst>
          <pc:docMk/>
          <pc:sldMk cId="3955075714" sldId="296"/>
        </pc:sldMkLst>
        <pc:spChg chg="mod">
          <ac:chgData name="子閎 林" userId="d496ebd3736cf63e" providerId="LiveId" clId="{BA2F0650-0B49-4393-8FEE-D46B33866229}" dt="2023-10-14T03:21:49.970" v="5977" actId="33553"/>
          <ac:spMkLst>
            <pc:docMk/>
            <pc:sldMk cId="3955075714" sldId="296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3:26:01.345" v="5475" actId="20577"/>
          <ac:spMkLst>
            <pc:docMk/>
            <pc:sldMk cId="3955075714" sldId="296"/>
            <ac:spMk id="9" creationId="{E63C22C5-0AE6-C4DD-FF4E-4294FB8E02E6}"/>
          </ac:spMkLst>
        </pc:spChg>
        <pc:spChg chg="add mod">
          <ac:chgData name="子閎 林" userId="d496ebd3736cf63e" providerId="LiveId" clId="{BA2F0650-0B49-4393-8FEE-D46B33866229}" dt="2023-09-10T13:08:50.395" v="5157" actId="164"/>
          <ac:spMkLst>
            <pc:docMk/>
            <pc:sldMk cId="3955075714" sldId="296"/>
            <ac:spMk id="13" creationId="{26A0622A-A17C-4B18-ABA7-012B012D1301}"/>
          </ac:spMkLst>
        </pc:spChg>
        <pc:spChg chg="add mod">
          <ac:chgData name="子閎 林" userId="d496ebd3736cf63e" providerId="LiveId" clId="{BA2F0650-0B49-4393-8FEE-D46B33866229}" dt="2023-09-10T13:08:55.025" v="5158" actId="164"/>
          <ac:spMkLst>
            <pc:docMk/>
            <pc:sldMk cId="3955075714" sldId="296"/>
            <ac:spMk id="14" creationId="{9BE14815-DAEC-F3C9-4C5E-910671F508BA}"/>
          </ac:spMkLst>
        </pc:spChg>
        <pc:grpChg chg="add mod">
          <ac:chgData name="子閎 林" userId="d496ebd3736cf63e" providerId="LiveId" clId="{BA2F0650-0B49-4393-8FEE-D46B33866229}" dt="2023-09-10T13:08:50.395" v="5157" actId="164"/>
          <ac:grpSpMkLst>
            <pc:docMk/>
            <pc:sldMk cId="3955075714" sldId="296"/>
            <ac:grpSpMk id="4" creationId="{5567FADB-6CB4-CEF0-5310-6B2CFFAC0DF7}"/>
          </ac:grpSpMkLst>
        </pc:grpChg>
        <pc:grpChg chg="add mod">
          <ac:chgData name="子閎 林" userId="d496ebd3736cf63e" providerId="LiveId" clId="{BA2F0650-0B49-4393-8FEE-D46B33866229}" dt="2023-09-10T13:08:55.025" v="5158" actId="164"/>
          <ac:grpSpMkLst>
            <pc:docMk/>
            <pc:sldMk cId="3955075714" sldId="296"/>
            <ac:grpSpMk id="6" creationId="{BB4F6BE8-4C81-0BE9-B678-569D40CB410C}"/>
          </ac:grpSpMkLst>
        </pc:grpChg>
        <pc:picChg chg="del">
          <ac:chgData name="子閎 林" userId="d496ebd3736cf63e" providerId="LiveId" clId="{BA2F0650-0B49-4393-8FEE-D46B33866229}" dt="2023-08-31T13:48:17.115" v="1583" actId="478"/>
          <ac:picMkLst>
            <pc:docMk/>
            <pc:sldMk cId="3955075714" sldId="296"/>
            <ac:picMk id="6" creationId="{C6E0B326-6DB3-EEEA-25AF-5FBF8A63F2C1}"/>
          </ac:picMkLst>
        </pc:picChg>
        <pc:picChg chg="add mod">
          <ac:chgData name="子閎 林" userId="d496ebd3736cf63e" providerId="LiveId" clId="{BA2F0650-0B49-4393-8FEE-D46B33866229}" dt="2023-09-10T13:08:50.395" v="5157" actId="164"/>
          <ac:picMkLst>
            <pc:docMk/>
            <pc:sldMk cId="3955075714" sldId="296"/>
            <ac:picMk id="7" creationId="{06924A21-BC6E-D185-EF64-3670D7812293}"/>
          </ac:picMkLst>
        </pc:picChg>
        <pc:picChg chg="add mod">
          <ac:chgData name="子閎 林" userId="d496ebd3736cf63e" providerId="LiveId" clId="{BA2F0650-0B49-4393-8FEE-D46B33866229}" dt="2023-09-10T13:08:55.025" v="5158" actId="164"/>
          <ac:picMkLst>
            <pc:docMk/>
            <pc:sldMk cId="3955075714" sldId="296"/>
            <ac:picMk id="12" creationId="{CF094A67-6F09-C83D-A118-B6CE64CC405D}"/>
          </ac:picMkLst>
        </pc:picChg>
      </pc:sldChg>
      <pc:sldChg chg="addSp modSp add mod ord">
        <pc:chgData name="子閎 林" userId="d496ebd3736cf63e" providerId="LiveId" clId="{BA2F0650-0B49-4393-8FEE-D46B33866229}" dt="2023-10-14T03:21:53.519" v="5978" actId="33553"/>
        <pc:sldMkLst>
          <pc:docMk/>
          <pc:sldMk cId="514993357" sldId="297"/>
        </pc:sldMkLst>
        <pc:spChg chg="mod">
          <ac:chgData name="子閎 林" userId="d496ebd3736cf63e" providerId="LiveId" clId="{BA2F0650-0B49-4393-8FEE-D46B33866229}" dt="2023-10-14T03:21:53.519" v="5978" actId="33553"/>
          <ac:spMkLst>
            <pc:docMk/>
            <pc:sldMk cId="514993357" sldId="297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4:11:13.258" v="2084" actId="20577"/>
          <ac:spMkLst>
            <pc:docMk/>
            <pc:sldMk cId="514993357" sldId="297"/>
            <ac:spMk id="9" creationId="{E63C22C5-0AE6-C4DD-FF4E-4294FB8E02E6}"/>
          </ac:spMkLst>
        </pc:spChg>
        <pc:spChg chg="mod">
          <ac:chgData name="子閎 林" userId="d496ebd3736cf63e" providerId="LiveId" clId="{BA2F0650-0B49-4393-8FEE-D46B33866229}" dt="2023-09-10T13:09:10.653" v="5159" actId="164"/>
          <ac:spMkLst>
            <pc:docMk/>
            <pc:sldMk cId="514993357" sldId="297"/>
            <ac:spMk id="11" creationId="{37F7BFA8-3B9E-AA64-8E37-8057306586BB}"/>
          </ac:spMkLst>
        </pc:spChg>
        <pc:grpChg chg="add mod">
          <ac:chgData name="子閎 林" userId="d496ebd3736cf63e" providerId="LiveId" clId="{BA2F0650-0B49-4393-8FEE-D46B33866229}" dt="2023-09-10T13:09:38.945" v="5167" actId="1076"/>
          <ac:grpSpMkLst>
            <pc:docMk/>
            <pc:sldMk cId="514993357" sldId="297"/>
            <ac:grpSpMk id="4" creationId="{FCFF7B61-3845-25B9-A7FD-151C8027CD0A}"/>
          </ac:grpSpMkLst>
        </pc:grpChg>
        <pc:picChg chg="mod">
          <ac:chgData name="子閎 林" userId="d496ebd3736cf63e" providerId="LiveId" clId="{BA2F0650-0B49-4393-8FEE-D46B33866229}" dt="2023-09-10T13:09:10.653" v="5159" actId="164"/>
          <ac:picMkLst>
            <pc:docMk/>
            <pc:sldMk cId="514993357" sldId="297"/>
            <ac:picMk id="6" creationId="{C6E0B326-6DB3-EEEA-25AF-5FBF8A63F2C1}"/>
          </ac:picMkLst>
        </pc:picChg>
      </pc:sldChg>
      <pc:sldChg chg="addSp delSp modSp add mod">
        <pc:chgData name="子閎 林" userId="d496ebd3736cf63e" providerId="LiveId" clId="{BA2F0650-0B49-4393-8FEE-D46B33866229}" dt="2023-10-14T03:22:03.064" v="5980" actId="33553"/>
        <pc:sldMkLst>
          <pc:docMk/>
          <pc:sldMk cId="3555182047" sldId="298"/>
        </pc:sldMkLst>
        <pc:spChg chg="add del">
          <ac:chgData name="子閎 林" userId="d496ebd3736cf63e" providerId="LiveId" clId="{BA2F0650-0B49-4393-8FEE-D46B33866229}" dt="2023-08-31T14:00:33.287" v="1867" actId="22"/>
          <ac:spMkLst>
            <pc:docMk/>
            <pc:sldMk cId="3555182047" sldId="298"/>
            <ac:spMk id="7" creationId="{2DCD5DB7-80D8-9D9C-E4ED-96166F069ECB}"/>
          </ac:spMkLst>
        </pc:spChg>
        <pc:spChg chg="mod">
          <ac:chgData name="子閎 林" userId="d496ebd3736cf63e" providerId="LiveId" clId="{BA2F0650-0B49-4393-8FEE-D46B33866229}" dt="2023-10-14T03:22:03.064" v="5980" actId="33553"/>
          <ac:spMkLst>
            <pc:docMk/>
            <pc:sldMk cId="3555182047" sldId="298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4:04:40.977" v="1962" actId="113"/>
          <ac:spMkLst>
            <pc:docMk/>
            <pc:sldMk cId="3555182047" sldId="298"/>
            <ac:spMk id="9" creationId="{E63C22C5-0AE6-C4DD-FF4E-4294FB8E02E6}"/>
          </ac:spMkLst>
        </pc:spChg>
        <pc:spChg chg="del">
          <ac:chgData name="子閎 林" userId="d496ebd3736cf63e" providerId="LiveId" clId="{BA2F0650-0B49-4393-8FEE-D46B33866229}" dt="2023-08-31T14:00:27.646" v="1865" actId="478"/>
          <ac:spMkLst>
            <pc:docMk/>
            <pc:sldMk cId="3555182047" sldId="298"/>
            <ac:spMk id="11" creationId="{37F7BFA8-3B9E-AA64-8E37-8057306586BB}"/>
          </ac:spMkLst>
        </pc:spChg>
        <pc:picChg chg="del">
          <ac:chgData name="子閎 林" userId="d496ebd3736cf63e" providerId="LiveId" clId="{BA2F0650-0B49-4393-8FEE-D46B33866229}" dt="2023-08-31T14:00:27.646" v="1865" actId="478"/>
          <ac:picMkLst>
            <pc:docMk/>
            <pc:sldMk cId="3555182047" sldId="298"/>
            <ac:picMk id="6" creationId="{C6E0B326-6DB3-EEEA-25AF-5FBF8A63F2C1}"/>
          </ac:picMkLst>
        </pc:picChg>
        <pc:picChg chg="add mod">
          <ac:chgData name="子閎 林" userId="d496ebd3736cf63e" providerId="LiveId" clId="{BA2F0650-0B49-4393-8FEE-D46B33866229}" dt="2023-09-10T13:09:59.020" v="5170" actId="1076"/>
          <ac:picMkLst>
            <pc:docMk/>
            <pc:sldMk cId="3555182047" sldId="298"/>
            <ac:picMk id="13" creationId="{B6FC13B4-A932-6F9A-C22C-FE44802533B4}"/>
          </ac:picMkLst>
        </pc:picChg>
      </pc:sldChg>
      <pc:sldChg chg="addSp delSp modSp add mod">
        <pc:chgData name="子閎 林" userId="d496ebd3736cf63e" providerId="LiveId" clId="{BA2F0650-0B49-4393-8FEE-D46B33866229}" dt="2023-10-14T03:22:06.674" v="5981" actId="33553"/>
        <pc:sldMkLst>
          <pc:docMk/>
          <pc:sldMk cId="2288511184" sldId="299"/>
        </pc:sldMkLst>
        <pc:spChg chg="add mod">
          <ac:chgData name="子閎 林" userId="d496ebd3736cf63e" providerId="LiveId" clId="{BA2F0650-0B49-4393-8FEE-D46B33866229}" dt="2023-09-10T13:10:43.978" v="5182" actId="164"/>
          <ac:spMkLst>
            <pc:docMk/>
            <pc:sldMk cId="2288511184" sldId="299"/>
            <ac:spMk id="7" creationId="{E547C6D7-D5F4-C881-E97A-86B8EFEBEE04}"/>
          </ac:spMkLst>
        </pc:spChg>
        <pc:spChg chg="mod">
          <ac:chgData name="子閎 林" userId="d496ebd3736cf63e" providerId="LiveId" clId="{BA2F0650-0B49-4393-8FEE-D46B33866229}" dt="2023-10-14T03:22:06.674" v="5981" actId="33553"/>
          <ac:spMkLst>
            <pc:docMk/>
            <pc:sldMk cId="2288511184" sldId="299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4:21:22.879" v="2333" actId="113"/>
          <ac:spMkLst>
            <pc:docMk/>
            <pc:sldMk cId="2288511184" sldId="299"/>
            <ac:spMk id="9" creationId="{E63C22C5-0AE6-C4DD-FF4E-4294FB8E02E6}"/>
          </ac:spMkLst>
        </pc:spChg>
        <pc:spChg chg="add mod">
          <ac:chgData name="子閎 林" userId="d496ebd3736cf63e" providerId="LiveId" clId="{BA2F0650-0B49-4393-8FEE-D46B33866229}" dt="2023-09-10T13:10:43.978" v="5182" actId="164"/>
          <ac:spMkLst>
            <pc:docMk/>
            <pc:sldMk cId="2288511184" sldId="299"/>
            <ac:spMk id="11" creationId="{F603A192-56AC-A9A0-1DDC-E6047A33290B}"/>
          </ac:spMkLst>
        </pc:spChg>
        <pc:grpChg chg="add mod">
          <ac:chgData name="子閎 林" userId="d496ebd3736cf63e" providerId="LiveId" clId="{BA2F0650-0B49-4393-8FEE-D46B33866229}" dt="2023-09-10T13:10:39.242" v="5181" actId="164"/>
          <ac:grpSpMkLst>
            <pc:docMk/>
            <pc:sldMk cId="2288511184" sldId="299"/>
            <ac:grpSpMk id="4" creationId="{5A02C350-EE59-4C37-592C-B254CD59E962}"/>
          </ac:grpSpMkLst>
        </pc:grpChg>
        <pc:grpChg chg="add mod">
          <ac:chgData name="子閎 林" userId="d496ebd3736cf63e" providerId="LiveId" clId="{BA2F0650-0B49-4393-8FEE-D46B33866229}" dt="2023-09-10T13:10:37.391" v="5180" actId="164"/>
          <ac:grpSpMkLst>
            <pc:docMk/>
            <pc:sldMk cId="2288511184" sldId="299"/>
            <ac:grpSpMk id="12" creationId="{AD016E2E-3199-E7C7-8675-7AA403D5A936}"/>
          </ac:grpSpMkLst>
        </pc:grpChg>
        <pc:grpChg chg="add mod">
          <ac:chgData name="子閎 林" userId="d496ebd3736cf63e" providerId="LiveId" clId="{BA2F0650-0B49-4393-8FEE-D46B33866229}" dt="2023-09-10T13:11:05.217" v="5186" actId="1076"/>
          <ac:grpSpMkLst>
            <pc:docMk/>
            <pc:sldMk cId="2288511184" sldId="299"/>
            <ac:grpSpMk id="13" creationId="{F13F8E9C-9E81-9782-EF2E-A784DE14966D}"/>
          </ac:grpSpMkLst>
        </pc:grpChg>
        <pc:picChg chg="add mod">
          <ac:chgData name="子閎 林" userId="d496ebd3736cf63e" providerId="LiveId" clId="{BA2F0650-0B49-4393-8FEE-D46B33866229}" dt="2023-09-10T13:10:43.978" v="5182" actId="164"/>
          <ac:picMkLst>
            <pc:docMk/>
            <pc:sldMk cId="2288511184" sldId="299"/>
            <ac:picMk id="6" creationId="{29498CD5-A530-6550-74A6-6B03D32D3F5C}"/>
          </ac:picMkLst>
        </pc:picChg>
        <pc:picChg chg="del">
          <ac:chgData name="子閎 林" userId="d496ebd3736cf63e" providerId="LiveId" clId="{BA2F0650-0B49-4393-8FEE-D46B33866229}" dt="2023-08-31T14:06:13.466" v="1966" actId="478"/>
          <ac:picMkLst>
            <pc:docMk/>
            <pc:sldMk cId="2288511184" sldId="299"/>
            <ac:picMk id="13" creationId="{B6FC13B4-A932-6F9A-C22C-FE44802533B4}"/>
          </ac:picMkLst>
        </pc:picChg>
      </pc:sldChg>
      <pc:sldChg chg="addSp delSp modSp add mod">
        <pc:chgData name="子閎 林" userId="d496ebd3736cf63e" providerId="LiveId" clId="{BA2F0650-0B49-4393-8FEE-D46B33866229}" dt="2023-10-14T03:22:09.937" v="5982" actId="33553"/>
        <pc:sldMkLst>
          <pc:docMk/>
          <pc:sldMk cId="4175706648" sldId="300"/>
        </pc:sldMkLst>
        <pc:spChg chg="add mod">
          <ac:chgData name="子閎 林" userId="d496ebd3736cf63e" providerId="LiveId" clId="{BA2F0650-0B49-4393-8FEE-D46B33866229}" dt="2023-09-10T13:13:36.034" v="5303" actId="164"/>
          <ac:spMkLst>
            <pc:docMk/>
            <pc:sldMk cId="4175706648" sldId="300"/>
            <ac:spMk id="4" creationId="{D10CACD1-FA67-1DEA-3E78-891FD93899B6}"/>
          </ac:spMkLst>
        </pc:spChg>
        <pc:spChg chg="del">
          <ac:chgData name="子閎 林" userId="d496ebd3736cf63e" providerId="LiveId" clId="{BA2F0650-0B49-4393-8FEE-D46B33866229}" dt="2023-08-31T14:16:01.348" v="2180" actId="478"/>
          <ac:spMkLst>
            <pc:docMk/>
            <pc:sldMk cId="4175706648" sldId="300"/>
            <ac:spMk id="7" creationId="{E547C6D7-D5F4-C881-E97A-86B8EFEBEE04}"/>
          </ac:spMkLst>
        </pc:spChg>
        <pc:spChg chg="mod">
          <ac:chgData name="子閎 林" userId="d496ebd3736cf63e" providerId="LiveId" clId="{BA2F0650-0B49-4393-8FEE-D46B33866229}" dt="2023-10-14T03:22:09.937" v="5982" actId="33553"/>
          <ac:spMkLst>
            <pc:docMk/>
            <pc:sldMk cId="4175706648" sldId="300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3:27:05.615" v="5490" actId="207"/>
          <ac:spMkLst>
            <pc:docMk/>
            <pc:sldMk cId="4175706648" sldId="300"/>
            <ac:spMk id="9" creationId="{E63C22C5-0AE6-C4DD-FF4E-4294FB8E02E6}"/>
          </ac:spMkLst>
        </pc:spChg>
        <pc:spChg chg="del mod">
          <ac:chgData name="子閎 林" userId="d496ebd3736cf63e" providerId="LiveId" clId="{BA2F0650-0B49-4393-8FEE-D46B33866229}" dt="2023-08-31T14:17:39.112" v="2246" actId="478"/>
          <ac:spMkLst>
            <pc:docMk/>
            <pc:sldMk cId="4175706648" sldId="300"/>
            <ac:spMk id="11" creationId="{F603A192-56AC-A9A0-1DDC-E6047A33290B}"/>
          </ac:spMkLst>
        </pc:spChg>
        <pc:grpChg chg="add mod">
          <ac:chgData name="子閎 林" userId="d496ebd3736cf63e" providerId="LiveId" clId="{BA2F0650-0B49-4393-8FEE-D46B33866229}" dt="2023-09-10T13:13:48.519" v="5307" actId="1076"/>
          <ac:grpSpMkLst>
            <pc:docMk/>
            <pc:sldMk cId="4175706648" sldId="300"/>
            <ac:grpSpMk id="6" creationId="{EBE7CE6D-EF65-62CD-450A-592D442D85B3}"/>
          </ac:grpSpMkLst>
        </pc:grpChg>
        <pc:picChg chg="del">
          <ac:chgData name="子閎 林" userId="d496ebd3736cf63e" providerId="LiveId" clId="{BA2F0650-0B49-4393-8FEE-D46B33866229}" dt="2023-08-31T14:15:55.689" v="2179" actId="478"/>
          <ac:picMkLst>
            <pc:docMk/>
            <pc:sldMk cId="4175706648" sldId="300"/>
            <ac:picMk id="6" creationId="{29498CD5-A530-6550-74A6-6B03D32D3F5C}"/>
          </ac:picMkLst>
        </pc:picChg>
        <pc:picChg chg="add mod">
          <ac:chgData name="子閎 林" userId="d496ebd3736cf63e" providerId="LiveId" clId="{BA2F0650-0B49-4393-8FEE-D46B33866229}" dt="2023-09-10T13:26:59.167" v="5489" actId="1038"/>
          <ac:picMkLst>
            <pc:docMk/>
            <pc:sldMk cId="4175706648" sldId="300"/>
            <ac:picMk id="7" creationId="{1C119B3D-2583-6074-F760-97E9ED4D7422}"/>
          </ac:picMkLst>
        </pc:picChg>
        <pc:picChg chg="add mod ord">
          <ac:chgData name="子閎 林" userId="d496ebd3736cf63e" providerId="LiveId" clId="{BA2F0650-0B49-4393-8FEE-D46B33866229}" dt="2023-09-10T13:13:36.034" v="5303" actId="164"/>
          <ac:picMkLst>
            <pc:docMk/>
            <pc:sldMk cId="4175706648" sldId="300"/>
            <ac:picMk id="12" creationId="{0076341F-782F-2222-FDC1-E0417B8061F5}"/>
          </ac:picMkLst>
        </pc:picChg>
      </pc:sldChg>
      <pc:sldChg chg="addSp delSp modSp add mod">
        <pc:chgData name="子閎 林" userId="d496ebd3736cf63e" providerId="LiveId" clId="{BA2F0650-0B49-4393-8FEE-D46B33866229}" dt="2023-10-14T03:22:16.253" v="5983" actId="33553"/>
        <pc:sldMkLst>
          <pc:docMk/>
          <pc:sldMk cId="3050302795" sldId="301"/>
        </pc:sldMkLst>
        <pc:spChg chg="del">
          <ac:chgData name="子閎 林" userId="d496ebd3736cf63e" providerId="LiveId" clId="{BA2F0650-0B49-4393-8FEE-D46B33866229}" dt="2023-08-31T14:18:18.152" v="2248" actId="478"/>
          <ac:spMkLst>
            <pc:docMk/>
            <pc:sldMk cId="3050302795" sldId="301"/>
            <ac:spMk id="7" creationId="{E547C6D7-D5F4-C881-E97A-86B8EFEBEE04}"/>
          </ac:spMkLst>
        </pc:spChg>
        <pc:spChg chg="mod">
          <ac:chgData name="子閎 林" userId="d496ebd3736cf63e" providerId="LiveId" clId="{BA2F0650-0B49-4393-8FEE-D46B33866229}" dt="2023-10-14T03:22:16.253" v="5983" actId="33553"/>
          <ac:spMkLst>
            <pc:docMk/>
            <pc:sldMk cId="3050302795" sldId="301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4:20:28.550" v="2331" actId="20577"/>
          <ac:spMkLst>
            <pc:docMk/>
            <pc:sldMk cId="3050302795" sldId="301"/>
            <ac:spMk id="9" creationId="{E63C22C5-0AE6-C4DD-FF4E-4294FB8E02E6}"/>
          </ac:spMkLst>
        </pc:spChg>
        <pc:spChg chg="del ord">
          <ac:chgData name="子閎 林" userId="d496ebd3736cf63e" providerId="LiveId" clId="{BA2F0650-0B49-4393-8FEE-D46B33866229}" dt="2023-08-31T14:19:50.578" v="2258" actId="478"/>
          <ac:spMkLst>
            <pc:docMk/>
            <pc:sldMk cId="3050302795" sldId="301"/>
            <ac:spMk id="11" creationId="{F603A192-56AC-A9A0-1DDC-E6047A33290B}"/>
          </ac:spMkLst>
        </pc:spChg>
        <pc:picChg chg="del">
          <ac:chgData name="子閎 林" userId="d496ebd3736cf63e" providerId="LiveId" clId="{BA2F0650-0B49-4393-8FEE-D46B33866229}" dt="2023-08-31T14:18:16.088" v="2247" actId="478"/>
          <ac:picMkLst>
            <pc:docMk/>
            <pc:sldMk cId="3050302795" sldId="301"/>
            <ac:picMk id="6" creationId="{29498CD5-A530-6550-74A6-6B03D32D3F5C}"/>
          </ac:picMkLst>
        </pc:picChg>
        <pc:picChg chg="add mod ord">
          <ac:chgData name="子閎 林" userId="d496ebd3736cf63e" providerId="LiveId" clId="{BA2F0650-0B49-4393-8FEE-D46B33866229}" dt="2023-09-10T13:14:19.983" v="5310" actId="1076"/>
          <ac:picMkLst>
            <pc:docMk/>
            <pc:sldMk cId="3050302795" sldId="301"/>
            <ac:picMk id="12" creationId="{D7705C44-3035-5812-0C8F-3E45D67499D3}"/>
          </ac:picMkLst>
        </pc:picChg>
      </pc:sldChg>
      <pc:sldChg chg="addSp delSp modSp add mod">
        <pc:chgData name="子閎 林" userId="d496ebd3736cf63e" providerId="LiveId" clId="{BA2F0650-0B49-4393-8FEE-D46B33866229}" dt="2023-10-14T03:22:20.864" v="5984" actId="33553"/>
        <pc:sldMkLst>
          <pc:docMk/>
          <pc:sldMk cId="1181746762" sldId="302"/>
        </pc:sldMkLst>
        <pc:spChg chg="mod">
          <ac:chgData name="子閎 林" userId="d496ebd3736cf63e" providerId="LiveId" clId="{BA2F0650-0B49-4393-8FEE-D46B33866229}" dt="2023-10-14T03:22:20.864" v="5984" actId="33553"/>
          <ac:spMkLst>
            <pc:docMk/>
            <pc:sldMk cId="1181746762" sldId="302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4:23:44.672" v="2372" actId="20577"/>
          <ac:spMkLst>
            <pc:docMk/>
            <pc:sldMk cId="1181746762" sldId="302"/>
            <ac:spMk id="9" creationId="{E63C22C5-0AE6-C4DD-FF4E-4294FB8E02E6}"/>
          </ac:spMkLst>
        </pc:spChg>
        <pc:picChg chg="add mod">
          <ac:chgData name="子閎 林" userId="d496ebd3736cf63e" providerId="LiveId" clId="{BA2F0650-0B49-4393-8FEE-D46B33866229}" dt="2023-09-10T13:15:34.001" v="5315" actId="1076"/>
          <ac:picMkLst>
            <pc:docMk/>
            <pc:sldMk cId="1181746762" sldId="302"/>
            <ac:picMk id="6" creationId="{0A570BAE-5F8C-3379-0BCB-9A49A94F91FA}"/>
          </ac:picMkLst>
        </pc:picChg>
        <pc:picChg chg="del">
          <ac:chgData name="子閎 林" userId="d496ebd3736cf63e" providerId="LiveId" clId="{BA2F0650-0B49-4393-8FEE-D46B33866229}" dt="2023-08-31T14:23:11.932" v="2335" actId="478"/>
          <ac:picMkLst>
            <pc:docMk/>
            <pc:sldMk cId="1181746762" sldId="302"/>
            <ac:picMk id="12" creationId="{D7705C44-3035-5812-0C8F-3E45D67499D3}"/>
          </ac:picMkLst>
        </pc:picChg>
      </pc:sldChg>
      <pc:sldChg chg="addSp delSp modSp add mod">
        <pc:chgData name="子閎 林" userId="d496ebd3736cf63e" providerId="LiveId" clId="{BA2F0650-0B49-4393-8FEE-D46B33866229}" dt="2023-10-14T03:22:24.150" v="5985" actId="33553"/>
        <pc:sldMkLst>
          <pc:docMk/>
          <pc:sldMk cId="2800099932" sldId="303"/>
        </pc:sldMkLst>
        <pc:spChg chg="mod">
          <ac:chgData name="子閎 林" userId="d496ebd3736cf63e" providerId="LiveId" clId="{BA2F0650-0B49-4393-8FEE-D46B33866229}" dt="2023-10-14T03:22:24.150" v="5985" actId="33553"/>
          <ac:spMkLst>
            <pc:docMk/>
            <pc:sldMk cId="2800099932" sldId="303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3:28:11.599" v="5527" actId="20577"/>
          <ac:spMkLst>
            <pc:docMk/>
            <pc:sldMk cId="2800099932" sldId="303"/>
            <ac:spMk id="9" creationId="{E63C22C5-0AE6-C4DD-FF4E-4294FB8E02E6}"/>
          </ac:spMkLst>
        </pc:spChg>
        <pc:spChg chg="add mod">
          <ac:chgData name="子閎 林" userId="d496ebd3736cf63e" providerId="LiveId" clId="{BA2F0650-0B49-4393-8FEE-D46B33866229}" dt="2023-09-10T13:15:43.412" v="5316" actId="164"/>
          <ac:spMkLst>
            <pc:docMk/>
            <pc:sldMk cId="2800099932" sldId="303"/>
            <ac:spMk id="11" creationId="{09B9CF66-9828-AC17-00C9-9070D31419EC}"/>
          </ac:spMkLst>
        </pc:spChg>
        <pc:grpChg chg="add mod">
          <ac:chgData name="子閎 林" userId="d496ebd3736cf63e" providerId="LiveId" clId="{BA2F0650-0B49-4393-8FEE-D46B33866229}" dt="2023-09-10T13:28:19.856" v="5529" actId="1076"/>
          <ac:grpSpMkLst>
            <pc:docMk/>
            <pc:sldMk cId="2800099932" sldId="303"/>
            <ac:grpSpMk id="4" creationId="{06EFE363-F9AC-712D-FFB8-E280FC087E14}"/>
          </ac:grpSpMkLst>
        </pc:grpChg>
        <pc:picChg chg="del">
          <ac:chgData name="子閎 林" userId="d496ebd3736cf63e" providerId="LiveId" clId="{BA2F0650-0B49-4393-8FEE-D46B33866229}" dt="2023-08-31T14:24:30.836" v="2375" actId="478"/>
          <ac:picMkLst>
            <pc:docMk/>
            <pc:sldMk cId="2800099932" sldId="303"/>
            <ac:picMk id="6" creationId="{0A570BAE-5F8C-3379-0BCB-9A49A94F91FA}"/>
          </ac:picMkLst>
        </pc:picChg>
        <pc:picChg chg="add mod">
          <ac:chgData name="子閎 林" userId="d496ebd3736cf63e" providerId="LiveId" clId="{BA2F0650-0B49-4393-8FEE-D46B33866229}" dt="2023-09-10T13:15:43.412" v="5316" actId="164"/>
          <ac:picMkLst>
            <pc:docMk/>
            <pc:sldMk cId="2800099932" sldId="303"/>
            <ac:picMk id="7" creationId="{DA54E4F5-D344-5592-5825-0A3DA80A5AFB}"/>
          </ac:picMkLst>
        </pc:picChg>
      </pc:sldChg>
      <pc:sldChg chg="addSp delSp modSp add mod modAnim">
        <pc:chgData name="子閎 林" userId="d496ebd3736cf63e" providerId="LiveId" clId="{BA2F0650-0B49-4393-8FEE-D46B33866229}" dt="2023-10-14T03:22:36.492" v="5987" actId="33553"/>
        <pc:sldMkLst>
          <pc:docMk/>
          <pc:sldMk cId="4136858175" sldId="304"/>
        </pc:sldMkLst>
        <pc:spChg chg="mod">
          <ac:chgData name="子閎 林" userId="d496ebd3736cf63e" providerId="LiveId" clId="{BA2F0650-0B49-4393-8FEE-D46B33866229}" dt="2023-10-14T03:22:36.492" v="5987" actId="33553"/>
          <ac:spMkLst>
            <pc:docMk/>
            <pc:sldMk cId="4136858175" sldId="304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4:33:14.822" v="2587" actId="113"/>
          <ac:spMkLst>
            <pc:docMk/>
            <pc:sldMk cId="4136858175" sldId="304"/>
            <ac:spMk id="9" creationId="{E63C22C5-0AE6-C4DD-FF4E-4294FB8E02E6}"/>
          </ac:spMkLst>
        </pc:spChg>
        <pc:spChg chg="mod">
          <ac:chgData name="子閎 林" userId="d496ebd3736cf63e" providerId="LiveId" clId="{BA2F0650-0B49-4393-8FEE-D46B33866229}" dt="2023-09-10T13:18:08.020" v="5425" actId="164"/>
          <ac:spMkLst>
            <pc:docMk/>
            <pc:sldMk cId="4136858175" sldId="304"/>
            <ac:spMk id="11" creationId="{09B9CF66-9828-AC17-00C9-9070D31419EC}"/>
          </ac:spMkLst>
        </pc:spChg>
        <pc:spChg chg="add mod">
          <ac:chgData name="子閎 林" userId="d496ebd3736cf63e" providerId="LiveId" clId="{BA2F0650-0B49-4393-8FEE-D46B33866229}" dt="2023-09-10T13:18:08.020" v="5425" actId="164"/>
          <ac:spMkLst>
            <pc:docMk/>
            <pc:sldMk cId="4136858175" sldId="304"/>
            <ac:spMk id="12" creationId="{C850F338-D49A-3180-68C3-E82EC634954F}"/>
          </ac:spMkLst>
        </pc:spChg>
        <pc:spChg chg="add mod">
          <ac:chgData name="子閎 林" userId="d496ebd3736cf63e" providerId="LiveId" clId="{BA2F0650-0B49-4393-8FEE-D46B33866229}" dt="2023-09-10T13:18:08.020" v="5425" actId="164"/>
          <ac:spMkLst>
            <pc:docMk/>
            <pc:sldMk cId="4136858175" sldId="304"/>
            <ac:spMk id="13" creationId="{31FE4889-C4BC-C16C-2F20-3C3F0AC30989}"/>
          </ac:spMkLst>
        </pc:spChg>
        <pc:spChg chg="add mod">
          <ac:chgData name="子閎 林" userId="d496ebd3736cf63e" providerId="LiveId" clId="{BA2F0650-0B49-4393-8FEE-D46B33866229}" dt="2023-09-10T13:18:08.020" v="5425" actId="164"/>
          <ac:spMkLst>
            <pc:docMk/>
            <pc:sldMk cId="4136858175" sldId="304"/>
            <ac:spMk id="14" creationId="{69CFD8E8-7ECB-896E-6EF0-3A4A62B5BE3D}"/>
          </ac:spMkLst>
        </pc:spChg>
        <pc:grpChg chg="add mod">
          <ac:chgData name="子閎 林" userId="d496ebd3736cf63e" providerId="LiveId" clId="{BA2F0650-0B49-4393-8FEE-D46B33866229}" dt="2023-09-10T13:18:23.709" v="5429" actId="1076"/>
          <ac:grpSpMkLst>
            <pc:docMk/>
            <pc:sldMk cId="4136858175" sldId="304"/>
            <ac:grpSpMk id="4" creationId="{6EB35A34-C2F6-E977-428D-64F4DD917DD3}"/>
          </ac:grpSpMkLst>
        </pc:grpChg>
        <pc:picChg chg="add mod ord">
          <ac:chgData name="子閎 林" userId="d496ebd3736cf63e" providerId="LiveId" clId="{BA2F0650-0B49-4393-8FEE-D46B33866229}" dt="2023-09-10T13:18:08.020" v="5425" actId="164"/>
          <ac:picMkLst>
            <pc:docMk/>
            <pc:sldMk cId="4136858175" sldId="304"/>
            <ac:picMk id="6" creationId="{4550BDF9-2452-E9C2-3993-A4784247575C}"/>
          </ac:picMkLst>
        </pc:picChg>
        <pc:picChg chg="del">
          <ac:chgData name="子閎 林" userId="d496ebd3736cf63e" providerId="LiveId" clId="{BA2F0650-0B49-4393-8FEE-D46B33866229}" dt="2023-08-31T14:30:46.528" v="2512" actId="478"/>
          <ac:picMkLst>
            <pc:docMk/>
            <pc:sldMk cId="4136858175" sldId="304"/>
            <ac:picMk id="7" creationId="{DA54E4F5-D344-5592-5825-0A3DA80A5AFB}"/>
          </ac:picMkLst>
        </pc:picChg>
      </pc:sldChg>
      <pc:sldChg chg="addSp delSp modSp add mod">
        <pc:chgData name="子閎 林" userId="d496ebd3736cf63e" providerId="LiveId" clId="{BA2F0650-0B49-4393-8FEE-D46B33866229}" dt="2023-10-14T03:22:40" v="5988" actId="33553"/>
        <pc:sldMkLst>
          <pc:docMk/>
          <pc:sldMk cId="1863326103" sldId="305"/>
        </pc:sldMkLst>
        <pc:spChg chg="mod">
          <ac:chgData name="子閎 林" userId="d496ebd3736cf63e" providerId="LiveId" clId="{BA2F0650-0B49-4393-8FEE-D46B33866229}" dt="2023-10-14T03:22:40" v="5988" actId="33553"/>
          <ac:spMkLst>
            <pc:docMk/>
            <pc:sldMk cId="1863326103" sldId="305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3:30:04.023" v="5594" actId="20577"/>
          <ac:spMkLst>
            <pc:docMk/>
            <pc:sldMk cId="1863326103" sldId="305"/>
            <ac:spMk id="9" creationId="{E63C22C5-0AE6-C4DD-FF4E-4294FB8E02E6}"/>
          </ac:spMkLst>
        </pc:spChg>
        <pc:spChg chg="del">
          <ac:chgData name="子閎 林" userId="d496ebd3736cf63e" providerId="LiveId" clId="{BA2F0650-0B49-4393-8FEE-D46B33866229}" dt="2023-08-31T14:34:33.427" v="2593" actId="478"/>
          <ac:spMkLst>
            <pc:docMk/>
            <pc:sldMk cId="1863326103" sldId="305"/>
            <ac:spMk id="11" creationId="{09B9CF66-9828-AC17-00C9-9070D31419EC}"/>
          </ac:spMkLst>
        </pc:spChg>
        <pc:spChg chg="del">
          <ac:chgData name="子閎 林" userId="d496ebd3736cf63e" providerId="LiveId" clId="{BA2F0650-0B49-4393-8FEE-D46B33866229}" dt="2023-08-31T14:34:32.876" v="2592" actId="478"/>
          <ac:spMkLst>
            <pc:docMk/>
            <pc:sldMk cId="1863326103" sldId="305"/>
            <ac:spMk id="12" creationId="{C850F338-D49A-3180-68C3-E82EC634954F}"/>
          </ac:spMkLst>
        </pc:spChg>
        <pc:spChg chg="del">
          <ac:chgData name="子閎 林" userId="d496ebd3736cf63e" providerId="LiveId" clId="{BA2F0650-0B49-4393-8FEE-D46B33866229}" dt="2023-08-31T14:34:29.633" v="2590" actId="478"/>
          <ac:spMkLst>
            <pc:docMk/>
            <pc:sldMk cId="1863326103" sldId="305"/>
            <ac:spMk id="13" creationId="{31FE4889-C4BC-C16C-2F20-3C3F0AC30989}"/>
          </ac:spMkLst>
        </pc:spChg>
        <pc:spChg chg="del">
          <ac:chgData name="子閎 林" userId="d496ebd3736cf63e" providerId="LiveId" clId="{BA2F0650-0B49-4393-8FEE-D46B33866229}" dt="2023-08-31T14:34:31.155" v="2591" actId="478"/>
          <ac:spMkLst>
            <pc:docMk/>
            <pc:sldMk cId="1863326103" sldId="305"/>
            <ac:spMk id="14" creationId="{69CFD8E8-7ECB-896E-6EF0-3A4A62B5BE3D}"/>
          </ac:spMkLst>
        </pc:spChg>
        <pc:picChg chg="del">
          <ac:chgData name="子閎 林" userId="d496ebd3736cf63e" providerId="LiveId" clId="{BA2F0650-0B49-4393-8FEE-D46B33866229}" dt="2023-08-31T14:34:28.455" v="2589" actId="478"/>
          <ac:picMkLst>
            <pc:docMk/>
            <pc:sldMk cId="1863326103" sldId="305"/>
            <ac:picMk id="6" creationId="{4550BDF9-2452-E9C2-3993-A4784247575C}"/>
          </ac:picMkLst>
        </pc:picChg>
        <pc:picChg chg="add del mod">
          <ac:chgData name="子閎 林" userId="d496ebd3736cf63e" providerId="LiveId" clId="{BA2F0650-0B49-4393-8FEE-D46B33866229}" dt="2023-08-31T14:38:49.163" v="2798" actId="478"/>
          <ac:picMkLst>
            <pc:docMk/>
            <pc:sldMk cId="1863326103" sldId="305"/>
            <ac:picMk id="7" creationId="{3EFFD782-B5F8-63E8-ED1C-749DB490B03C}"/>
          </ac:picMkLst>
        </pc:picChg>
        <pc:picChg chg="add del mod">
          <ac:chgData name="子閎 林" userId="d496ebd3736cf63e" providerId="LiveId" clId="{BA2F0650-0B49-4393-8FEE-D46B33866229}" dt="2023-09-10T13:30:12.477" v="5595" actId="1076"/>
          <ac:picMkLst>
            <pc:docMk/>
            <pc:sldMk cId="1863326103" sldId="305"/>
            <ac:picMk id="16" creationId="{6E2CB6B6-F78A-25F5-D118-E920814C4D1B}"/>
          </ac:picMkLst>
        </pc:picChg>
      </pc:sldChg>
      <pc:sldChg chg="addSp delSp modSp add mod">
        <pc:chgData name="子閎 林" userId="d496ebd3736cf63e" providerId="LiveId" clId="{BA2F0650-0B49-4393-8FEE-D46B33866229}" dt="2023-10-14T03:22:43.320" v="5989" actId="33553"/>
        <pc:sldMkLst>
          <pc:docMk/>
          <pc:sldMk cId="97179033" sldId="306"/>
        </pc:sldMkLst>
        <pc:spChg chg="mod">
          <ac:chgData name="子閎 林" userId="d496ebd3736cf63e" providerId="LiveId" clId="{BA2F0650-0B49-4393-8FEE-D46B33866229}" dt="2023-10-14T03:22:43.320" v="5989" actId="33553"/>
          <ac:spMkLst>
            <pc:docMk/>
            <pc:sldMk cId="97179033" sldId="306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3:30:30.004" v="5596" actId="20577"/>
          <ac:spMkLst>
            <pc:docMk/>
            <pc:sldMk cId="97179033" sldId="306"/>
            <ac:spMk id="9" creationId="{E63C22C5-0AE6-C4DD-FF4E-4294FB8E02E6}"/>
          </ac:spMkLst>
        </pc:spChg>
        <pc:picChg chg="add mod">
          <ac:chgData name="子閎 林" userId="d496ebd3736cf63e" providerId="LiveId" clId="{BA2F0650-0B49-4393-8FEE-D46B33866229}" dt="2023-09-10T13:19:14.276" v="5438" actId="1076"/>
          <ac:picMkLst>
            <pc:docMk/>
            <pc:sldMk cId="97179033" sldId="306"/>
            <ac:picMk id="6" creationId="{C0385AFA-DC19-B8E1-BCD5-4C2E5AEF8EEC}"/>
          </ac:picMkLst>
        </pc:picChg>
        <pc:picChg chg="del">
          <ac:chgData name="子閎 林" userId="d496ebd3736cf63e" providerId="LiveId" clId="{BA2F0650-0B49-4393-8FEE-D46B33866229}" dt="2023-08-31T14:40:35.921" v="2807" actId="478"/>
          <ac:picMkLst>
            <pc:docMk/>
            <pc:sldMk cId="97179033" sldId="306"/>
            <ac:picMk id="16" creationId="{6E2CB6B6-F78A-25F5-D118-E920814C4D1B}"/>
          </ac:picMkLst>
        </pc:picChg>
      </pc:sldChg>
      <pc:sldChg chg="addSp delSp modSp add mod">
        <pc:chgData name="子閎 林" userId="d496ebd3736cf63e" providerId="LiveId" clId="{BA2F0650-0B49-4393-8FEE-D46B33866229}" dt="2023-10-14T03:22:48.197" v="5990" actId="33553"/>
        <pc:sldMkLst>
          <pc:docMk/>
          <pc:sldMk cId="2957037106" sldId="307"/>
        </pc:sldMkLst>
        <pc:spChg chg="mod">
          <ac:chgData name="子閎 林" userId="d496ebd3736cf63e" providerId="LiveId" clId="{BA2F0650-0B49-4393-8FEE-D46B33866229}" dt="2023-10-14T03:22:48.197" v="5990" actId="33553"/>
          <ac:spMkLst>
            <pc:docMk/>
            <pc:sldMk cId="2957037106" sldId="307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8-31T14:43:28.888" v="3017" actId="20577"/>
          <ac:spMkLst>
            <pc:docMk/>
            <pc:sldMk cId="2957037106" sldId="307"/>
            <ac:spMk id="9" creationId="{E63C22C5-0AE6-C4DD-FF4E-4294FB8E02E6}"/>
          </ac:spMkLst>
        </pc:spChg>
        <pc:picChg chg="del">
          <ac:chgData name="子閎 林" userId="d496ebd3736cf63e" providerId="LiveId" clId="{BA2F0650-0B49-4393-8FEE-D46B33866229}" dt="2023-08-31T14:43:43.276" v="3018" actId="478"/>
          <ac:picMkLst>
            <pc:docMk/>
            <pc:sldMk cId="2957037106" sldId="307"/>
            <ac:picMk id="6" creationId="{C0385AFA-DC19-B8E1-BCD5-4C2E5AEF8EEC}"/>
          </ac:picMkLst>
        </pc:picChg>
        <pc:picChg chg="add mod">
          <ac:chgData name="子閎 林" userId="d496ebd3736cf63e" providerId="LiveId" clId="{BA2F0650-0B49-4393-8FEE-D46B33866229}" dt="2023-09-10T13:19:10.364" v="5437" actId="14100"/>
          <ac:picMkLst>
            <pc:docMk/>
            <pc:sldMk cId="2957037106" sldId="307"/>
            <ac:picMk id="7" creationId="{B7AE4681-2AB7-C2FC-0508-3C5824A93A6B}"/>
          </ac:picMkLst>
        </pc:picChg>
      </pc:sldChg>
      <pc:sldChg chg="addSp delSp modSp add mod">
        <pc:chgData name="子閎 林" userId="d496ebd3736cf63e" providerId="LiveId" clId="{BA2F0650-0B49-4393-8FEE-D46B33866229}" dt="2023-10-14T03:22:58.922" v="5991" actId="33553"/>
        <pc:sldMkLst>
          <pc:docMk/>
          <pc:sldMk cId="131446909" sldId="308"/>
        </pc:sldMkLst>
        <pc:spChg chg="mod">
          <ac:chgData name="子閎 林" userId="d496ebd3736cf63e" providerId="LiveId" clId="{BA2F0650-0B49-4393-8FEE-D46B33866229}" dt="2023-10-14T03:22:58.922" v="5991" actId="33553"/>
          <ac:spMkLst>
            <pc:docMk/>
            <pc:sldMk cId="131446909" sldId="308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3:21:33.345" v="5442" actId="14"/>
          <ac:spMkLst>
            <pc:docMk/>
            <pc:sldMk cId="131446909" sldId="308"/>
            <ac:spMk id="9" creationId="{E63C22C5-0AE6-C4DD-FF4E-4294FB8E02E6}"/>
          </ac:spMkLst>
        </pc:spChg>
        <pc:picChg chg="add mod">
          <ac:chgData name="子閎 林" userId="d496ebd3736cf63e" providerId="LiveId" clId="{BA2F0650-0B49-4393-8FEE-D46B33866229}" dt="2023-09-10T13:19:36.610" v="5441" actId="1076"/>
          <ac:picMkLst>
            <pc:docMk/>
            <pc:sldMk cId="131446909" sldId="308"/>
            <ac:picMk id="6" creationId="{D5381740-D5BA-61B4-584F-550C0261E87C}"/>
          </ac:picMkLst>
        </pc:picChg>
        <pc:picChg chg="del">
          <ac:chgData name="子閎 林" userId="d496ebd3736cf63e" providerId="LiveId" clId="{BA2F0650-0B49-4393-8FEE-D46B33866229}" dt="2023-08-31T14:46:03.187" v="3029" actId="478"/>
          <ac:picMkLst>
            <pc:docMk/>
            <pc:sldMk cId="131446909" sldId="308"/>
            <ac:picMk id="7" creationId="{B7AE4681-2AB7-C2FC-0508-3C5824A93A6B}"/>
          </ac:picMkLst>
        </pc:picChg>
      </pc:sldChg>
      <pc:sldChg chg="addSp delSp modSp add mod">
        <pc:chgData name="子閎 林" userId="d496ebd3736cf63e" providerId="LiveId" clId="{BA2F0650-0B49-4393-8FEE-D46B33866229}" dt="2023-10-14T03:23:02.989" v="5992" actId="33553"/>
        <pc:sldMkLst>
          <pc:docMk/>
          <pc:sldMk cId="2030672780" sldId="309"/>
        </pc:sldMkLst>
        <pc:spChg chg="mod">
          <ac:chgData name="子閎 林" userId="d496ebd3736cf63e" providerId="LiveId" clId="{BA2F0650-0B49-4393-8FEE-D46B33866229}" dt="2023-10-14T03:23:02.989" v="5992" actId="33553"/>
          <ac:spMkLst>
            <pc:docMk/>
            <pc:sldMk cId="2030672780" sldId="309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01T03:06:25.239" v="3860" actId="207"/>
          <ac:spMkLst>
            <pc:docMk/>
            <pc:sldMk cId="2030672780" sldId="309"/>
            <ac:spMk id="9" creationId="{E63C22C5-0AE6-C4DD-FF4E-4294FB8E02E6}"/>
          </ac:spMkLst>
        </pc:spChg>
        <pc:picChg chg="del">
          <ac:chgData name="子閎 林" userId="d496ebd3736cf63e" providerId="LiveId" clId="{BA2F0650-0B49-4393-8FEE-D46B33866229}" dt="2023-08-31T14:50:03.616" v="3205" actId="478"/>
          <ac:picMkLst>
            <pc:docMk/>
            <pc:sldMk cId="2030672780" sldId="309"/>
            <ac:picMk id="6" creationId="{D5381740-D5BA-61B4-584F-550C0261E87C}"/>
          </ac:picMkLst>
        </pc:picChg>
        <pc:picChg chg="add mod">
          <ac:chgData name="子閎 林" userId="d496ebd3736cf63e" providerId="LiveId" clId="{BA2F0650-0B49-4393-8FEE-D46B33866229}" dt="2023-08-31T14:52:51.674" v="3402" actId="1076"/>
          <ac:picMkLst>
            <pc:docMk/>
            <pc:sldMk cId="2030672780" sldId="309"/>
            <ac:picMk id="7" creationId="{E4874313-69A8-3B5C-6A2D-1F3C01285E8F}"/>
          </ac:picMkLst>
        </pc:picChg>
      </pc:sldChg>
      <pc:sldChg chg="addSp delSp modSp add mod">
        <pc:chgData name="子閎 林" userId="d496ebd3736cf63e" providerId="LiveId" clId="{BA2F0650-0B49-4393-8FEE-D46B33866229}" dt="2023-10-14T03:23:07.864" v="5993" actId="33553"/>
        <pc:sldMkLst>
          <pc:docMk/>
          <pc:sldMk cId="2717837860" sldId="310"/>
        </pc:sldMkLst>
        <pc:spChg chg="add mod">
          <ac:chgData name="子閎 林" userId="d496ebd3736cf63e" providerId="LiveId" clId="{BA2F0650-0B49-4393-8FEE-D46B33866229}" dt="2023-09-10T12:27:58.166" v="4658" actId="1037"/>
          <ac:spMkLst>
            <pc:docMk/>
            <pc:sldMk cId="2717837860" sldId="310"/>
            <ac:spMk id="4" creationId="{F4D1A2B8-39A2-58D5-26F1-8E2B9A958FD0}"/>
          </ac:spMkLst>
        </pc:spChg>
        <pc:spChg chg="add mod">
          <ac:chgData name="子閎 林" userId="d496ebd3736cf63e" providerId="LiveId" clId="{BA2F0650-0B49-4393-8FEE-D46B33866229}" dt="2023-09-10T12:28:36.344" v="4678" actId="1037"/>
          <ac:spMkLst>
            <pc:docMk/>
            <pc:sldMk cId="2717837860" sldId="310"/>
            <ac:spMk id="7" creationId="{C02F9C8E-A308-92C7-D8AA-1B0340EBA112}"/>
          </ac:spMkLst>
        </pc:spChg>
        <pc:spChg chg="mod">
          <ac:chgData name="子閎 林" userId="d496ebd3736cf63e" providerId="LiveId" clId="{BA2F0650-0B49-4393-8FEE-D46B33866229}" dt="2023-10-14T03:23:07.864" v="5993" actId="33553"/>
          <ac:spMkLst>
            <pc:docMk/>
            <pc:sldMk cId="2717837860" sldId="310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2:27:20.636" v="4645" actId="207"/>
          <ac:spMkLst>
            <pc:docMk/>
            <pc:sldMk cId="2717837860" sldId="310"/>
            <ac:spMk id="9" creationId="{E63C22C5-0AE6-C4DD-FF4E-4294FB8E02E6}"/>
          </ac:spMkLst>
        </pc:spChg>
        <pc:spChg chg="add mod">
          <ac:chgData name="子閎 林" userId="d496ebd3736cf63e" providerId="LiveId" clId="{BA2F0650-0B49-4393-8FEE-D46B33866229}" dt="2023-08-31T15:00:55.338" v="3579" actId="14100"/>
          <ac:spMkLst>
            <pc:docMk/>
            <pc:sldMk cId="2717837860" sldId="310"/>
            <ac:spMk id="11" creationId="{8CD208B4-A0EB-A537-2BD2-5DB842FB0F78}"/>
          </ac:spMkLst>
        </pc:spChg>
        <pc:spChg chg="add mod">
          <ac:chgData name="子閎 林" userId="d496ebd3736cf63e" providerId="LiveId" clId="{BA2F0650-0B49-4393-8FEE-D46B33866229}" dt="2023-09-10T13:32:09.628" v="5612" actId="1076"/>
          <ac:spMkLst>
            <pc:docMk/>
            <pc:sldMk cId="2717837860" sldId="310"/>
            <ac:spMk id="12" creationId="{1AA052B0-485D-2CA2-CC3E-DB5308B152B6}"/>
          </ac:spMkLst>
        </pc:spChg>
        <pc:spChg chg="add mod">
          <ac:chgData name="子閎 林" userId="d496ebd3736cf63e" providerId="LiveId" clId="{BA2F0650-0B49-4393-8FEE-D46B33866229}" dt="2023-09-10T13:35:58.507" v="5703" actId="20577"/>
          <ac:spMkLst>
            <pc:docMk/>
            <pc:sldMk cId="2717837860" sldId="310"/>
            <ac:spMk id="13" creationId="{BEEAE77F-C062-B2D9-DC76-99215F340AA8}"/>
          </ac:spMkLst>
        </pc:spChg>
        <pc:picChg chg="add mod">
          <ac:chgData name="子閎 林" userId="d496ebd3736cf63e" providerId="LiveId" clId="{BA2F0650-0B49-4393-8FEE-D46B33866229}" dt="2023-08-31T14:58:59.179" v="3529" actId="1076"/>
          <ac:picMkLst>
            <pc:docMk/>
            <pc:sldMk cId="2717837860" sldId="310"/>
            <ac:picMk id="6" creationId="{FDAB6B29-3D88-BA92-395F-4A536D39C10B}"/>
          </ac:picMkLst>
        </pc:picChg>
        <pc:picChg chg="del">
          <ac:chgData name="子閎 林" userId="d496ebd3736cf63e" providerId="LiveId" clId="{BA2F0650-0B49-4393-8FEE-D46B33866229}" dt="2023-08-31T14:57:43.957" v="3404" actId="478"/>
          <ac:picMkLst>
            <pc:docMk/>
            <pc:sldMk cId="2717837860" sldId="310"/>
            <ac:picMk id="7" creationId="{E4874313-69A8-3B5C-6A2D-1F3C01285E8F}"/>
          </ac:picMkLst>
        </pc:picChg>
      </pc:sldChg>
      <pc:sldChg chg="addSp delSp modSp add mod">
        <pc:chgData name="子閎 林" userId="d496ebd3736cf63e" providerId="LiveId" clId="{BA2F0650-0B49-4393-8FEE-D46B33866229}" dt="2023-10-14T03:23:12.245" v="5994" actId="33553"/>
        <pc:sldMkLst>
          <pc:docMk/>
          <pc:sldMk cId="1895003857" sldId="311"/>
        </pc:sldMkLst>
        <pc:spChg chg="add del mod">
          <ac:chgData name="子閎 林" userId="d496ebd3736cf63e" providerId="LiveId" clId="{BA2F0650-0B49-4393-8FEE-D46B33866229}" dt="2023-09-10T12:30:59.704" v="4691" actId="478"/>
          <ac:spMkLst>
            <pc:docMk/>
            <pc:sldMk cId="1895003857" sldId="311"/>
            <ac:spMk id="4" creationId="{593F16D8-6528-1641-C551-3DF2FE631D7B}"/>
          </ac:spMkLst>
        </pc:spChg>
        <pc:spChg chg="add del mod">
          <ac:chgData name="子閎 林" userId="d496ebd3736cf63e" providerId="LiveId" clId="{BA2F0650-0B49-4393-8FEE-D46B33866229}" dt="2023-09-10T12:31:01.225" v="4692" actId="478"/>
          <ac:spMkLst>
            <pc:docMk/>
            <pc:sldMk cId="1895003857" sldId="311"/>
            <ac:spMk id="6" creationId="{002EB8B1-4280-4ADA-39B5-6D1774CDF7B5}"/>
          </ac:spMkLst>
        </pc:spChg>
        <pc:spChg chg="mod">
          <ac:chgData name="子閎 林" userId="d496ebd3736cf63e" providerId="LiveId" clId="{BA2F0650-0B49-4393-8FEE-D46B33866229}" dt="2023-10-14T03:23:12.245" v="5994" actId="33553"/>
          <ac:spMkLst>
            <pc:docMk/>
            <pc:sldMk cId="1895003857" sldId="311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2:29:34.743" v="4686" actId="255"/>
          <ac:spMkLst>
            <pc:docMk/>
            <pc:sldMk cId="1895003857" sldId="311"/>
            <ac:spMk id="9" creationId="{E63C22C5-0AE6-C4DD-FF4E-4294FB8E02E6}"/>
          </ac:spMkLst>
        </pc:spChg>
        <pc:spChg chg="add mod">
          <ac:chgData name="子閎 林" userId="d496ebd3736cf63e" providerId="LiveId" clId="{BA2F0650-0B49-4393-8FEE-D46B33866229}" dt="2023-09-10T13:34:29.563" v="5665" actId="1037"/>
          <ac:spMkLst>
            <pc:docMk/>
            <pc:sldMk cId="1895003857" sldId="311"/>
            <ac:spMk id="11" creationId="{65E8D5AE-B4B1-51A2-DC2B-6BDC34B4B8EA}"/>
          </ac:spMkLst>
        </pc:spChg>
        <pc:spChg chg="del">
          <ac:chgData name="子閎 林" userId="d496ebd3736cf63e" providerId="LiveId" clId="{BA2F0650-0B49-4393-8FEE-D46B33866229}" dt="2023-08-31T15:11:47.871" v="3737" actId="478"/>
          <ac:spMkLst>
            <pc:docMk/>
            <pc:sldMk cId="1895003857" sldId="311"/>
            <ac:spMk id="11" creationId="{8CD208B4-A0EB-A537-2BD2-5DB842FB0F78}"/>
          </ac:spMkLst>
        </pc:spChg>
        <pc:spChg chg="add mod">
          <ac:chgData name="子閎 林" userId="d496ebd3736cf63e" providerId="LiveId" clId="{BA2F0650-0B49-4393-8FEE-D46B33866229}" dt="2023-09-10T13:35:15.883" v="5702" actId="1076"/>
          <ac:spMkLst>
            <pc:docMk/>
            <pc:sldMk cId="1895003857" sldId="311"/>
            <ac:spMk id="12" creationId="{E9A8B2BD-3766-2FA0-7BA4-BB81191F1DCE}"/>
          </ac:spMkLst>
        </pc:spChg>
        <pc:picChg chg="del">
          <ac:chgData name="子閎 林" userId="d496ebd3736cf63e" providerId="LiveId" clId="{BA2F0650-0B49-4393-8FEE-D46B33866229}" dt="2023-08-31T15:08:58.739" v="3583" actId="478"/>
          <ac:picMkLst>
            <pc:docMk/>
            <pc:sldMk cId="1895003857" sldId="311"/>
            <ac:picMk id="6" creationId="{FDAB6B29-3D88-BA92-395F-4A536D39C10B}"/>
          </ac:picMkLst>
        </pc:picChg>
        <pc:picChg chg="add mod ord">
          <ac:chgData name="子閎 林" userId="d496ebd3736cf63e" providerId="LiveId" clId="{BA2F0650-0B49-4393-8FEE-D46B33866229}" dt="2023-08-31T15:13:04.934" v="3738" actId="14100"/>
          <ac:picMkLst>
            <pc:docMk/>
            <pc:sldMk cId="1895003857" sldId="311"/>
            <ac:picMk id="7" creationId="{0D217551-B74C-3875-EDEC-906F1B8AE2D7}"/>
          </ac:picMkLst>
        </pc:picChg>
      </pc:sldChg>
      <pc:sldChg chg="delSp modSp add mod">
        <pc:chgData name="子閎 林" userId="d496ebd3736cf63e" providerId="LiveId" clId="{BA2F0650-0B49-4393-8FEE-D46B33866229}" dt="2023-10-14T03:23:58.283" v="6001" actId="33553"/>
        <pc:sldMkLst>
          <pc:docMk/>
          <pc:sldMk cId="972739635" sldId="312"/>
        </pc:sldMkLst>
        <pc:spChg chg="mod">
          <ac:chgData name="子閎 林" userId="d496ebd3736cf63e" providerId="LiveId" clId="{BA2F0650-0B49-4393-8FEE-D46B33866229}" dt="2023-10-14T03:23:58.283" v="6001" actId="33553"/>
          <ac:spMkLst>
            <pc:docMk/>
            <pc:sldMk cId="972739635" sldId="312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2T03:29:43.563" v="5707" actId="20577"/>
          <ac:spMkLst>
            <pc:docMk/>
            <pc:sldMk cId="972739635" sldId="312"/>
            <ac:spMk id="9" creationId="{E63C22C5-0AE6-C4DD-FF4E-4294FB8E02E6}"/>
          </ac:spMkLst>
        </pc:spChg>
        <pc:spChg chg="mod">
          <ac:chgData name="子閎 林" userId="d496ebd3736cf63e" providerId="LiveId" clId="{BA2F0650-0B49-4393-8FEE-D46B33866229}" dt="2023-10-14T03:23:58.283" v="6001" actId="33553"/>
          <ac:spMkLst>
            <pc:docMk/>
            <pc:sldMk cId="972739635" sldId="312"/>
            <ac:spMk id="10" creationId="{AEAA0ADF-1233-DFCD-081C-93BA92DE3318}"/>
          </ac:spMkLst>
        </pc:spChg>
        <pc:picChg chg="del">
          <ac:chgData name="子閎 林" userId="d496ebd3736cf63e" providerId="LiveId" clId="{BA2F0650-0B49-4393-8FEE-D46B33866229}" dt="2023-08-31T15:17:49.445" v="3742" actId="478"/>
          <ac:picMkLst>
            <pc:docMk/>
            <pc:sldMk cId="972739635" sldId="312"/>
            <ac:picMk id="7" creationId="{0D217551-B74C-3875-EDEC-906F1B8AE2D7}"/>
          </ac:picMkLst>
        </pc:picChg>
      </pc:sldChg>
      <pc:sldChg chg="modSp add mod ord">
        <pc:chgData name="子閎 林" userId="d496ebd3736cf63e" providerId="LiveId" clId="{BA2F0650-0B49-4393-8FEE-D46B33866229}" dt="2023-09-01T03:22:26.599" v="3972" actId="20577"/>
        <pc:sldMkLst>
          <pc:docMk/>
          <pc:sldMk cId="2749052868" sldId="313"/>
        </pc:sldMkLst>
        <pc:spChg chg="mod">
          <ac:chgData name="子閎 林" userId="d496ebd3736cf63e" providerId="LiveId" clId="{BA2F0650-0B49-4393-8FEE-D46B33866229}" dt="2023-09-01T03:22:26.599" v="3972" actId="20577"/>
          <ac:spMkLst>
            <pc:docMk/>
            <pc:sldMk cId="2749052868" sldId="313"/>
            <ac:spMk id="13" creationId="{7AEF78F3-CE4A-4938-BE55-70CB4F0542C4}"/>
          </ac:spMkLst>
        </pc:spChg>
      </pc:sldChg>
      <pc:sldChg chg="modSp add mod ord">
        <pc:chgData name="子閎 林" userId="d496ebd3736cf63e" providerId="LiveId" clId="{BA2F0650-0B49-4393-8FEE-D46B33866229}" dt="2023-09-01T03:22:45.401" v="3976" actId="20577"/>
        <pc:sldMkLst>
          <pc:docMk/>
          <pc:sldMk cId="2311693299" sldId="314"/>
        </pc:sldMkLst>
        <pc:spChg chg="mod">
          <ac:chgData name="子閎 林" userId="d496ebd3736cf63e" providerId="LiveId" clId="{BA2F0650-0B49-4393-8FEE-D46B33866229}" dt="2023-09-01T03:22:45.401" v="3976" actId="20577"/>
          <ac:spMkLst>
            <pc:docMk/>
            <pc:sldMk cId="2311693299" sldId="314"/>
            <ac:spMk id="13" creationId="{7AEF78F3-CE4A-4938-BE55-70CB4F0542C4}"/>
          </ac:spMkLst>
        </pc:spChg>
      </pc:sldChg>
      <pc:sldChg chg="modSp add mod ord">
        <pc:chgData name="子閎 林" userId="d496ebd3736cf63e" providerId="LiveId" clId="{BA2F0650-0B49-4393-8FEE-D46B33866229}" dt="2023-09-01T03:22:55.157" v="3980" actId="20577"/>
        <pc:sldMkLst>
          <pc:docMk/>
          <pc:sldMk cId="4015499620" sldId="315"/>
        </pc:sldMkLst>
        <pc:spChg chg="mod">
          <ac:chgData name="子閎 林" userId="d496ebd3736cf63e" providerId="LiveId" clId="{BA2F0650-0B49-4393-8FEE-D46B33866229}" dt="2023-09-01T03:22:55.157" v="3980" actId="20577"/>
          <ac:spMkLst>
            <pc:docMk/>
            <pc:sldMk cId="4015499620" sldId="315"/>
            <ac:spMk id="13" creationId="{7AEF78F3-CE4A-4938-BE55-70CB4F0542C4}"/>
          </ac:spMkLst>
        </pc:spChg>
      </pc:sldChg>
      <pc:sldChg chg="modSp add mod ord">
        <pc:chgData name="子閎 林" userId="d496ebd3736cf63e" providerId="LiveId" clId="{BA2F0650-0B49-4393-8FEE-D46B33866229}" dt="2023-10-14T03:20:26.389" v="5961" actId="33553"/>
        <pc:sldMkLst>
          <pc:docMk/>
          <pc:sldMk cId="300342381" sldId="316"/>
        </pc:sldMkLst>
        <pc:spChg chg="mod">
          <ac:chgData name="子閎 林" userId="d496ebd3736cf63e" providerId="LiveId" clId="{BA2F0650-0B49-4393-8FEE-D46B33866229}" dt="2023-10-14T03:20:26.389" v="5961" actId="33553"/>
          <ac:spMkLst>
            <pc:docMk/>
            <pc:sldMk cId="300342381" sldId="316"/>
            <ac:spMk id="8" creationId="{E12CE886-CA50-FA35-3A67-70AB79EC6AAC}"/>
          </ac:spMkLst>
        </pc:spChg>
        <pc:spChg chg="mod">
          <ac:chgData name="子閎 林" userId="d496ebd3736cf63e" providerId="LiveId" clId="{BA2F0650-0B49-4393-8FEE-D46B33866229}" dt="2023-09-01T03:23:10.302" v="3984" actId="20577"/>
          <ac:spMkLst>
            <pc:docMk/>
            <pc:sldMk cId="300342381" sldId="316"/>
            <ac:spMk id="13" creationId="{7AEF78F3-CE4A-4938-BE55-70CB4F0542C4}"/>
          </ac:spMkLst>
        </pc:spChg>
      </pc:sldChg>
      <pc:sldChg chg="modSp add mod ord">
        <pc:chgData name="子閎 林" userId="d496ebd3736cf63e" providerId="LiveId" clId="{BA2F0650-0B49-4393-8FEE-D46B33866229}" dt="2023-09-01T03:21:35.731" v="3963" actId="207"/>
        <pc:sldMkLst>
          <pc:docMk/>
          <pc:sldMk cId="1010787452" sldId="317"/>
        </pc:sldMkLst>
        <pc:spChg chg="mod">
          <ac:chgData name="子閎 林" userId="d496ebd3736cf63e" providerId="LiveId" clId="{BA2F0650-0B49-4393-8FEE-D46B33866229}" dt="2023-09-01T03:21:35.731" v="3963" actId="207"/>
          <ac:spMkLst>
            <pc:docMk/>
            <pc:sldMk cId="1010787452" sldId="317"/>
            <ac:spMk id="13" creationId="{7AEF78F3-CE4A-4938-BE55-70CB4F0542C4}"/>
          </ac:spMkLst>
        </pc:spChg>
      </pc:sldChg>
      <pc:sldChg chg="addSp delSp modSp add mod ord">
        <pc:chgData name="子閎 林" userId="d496ebd3736cf63e" providerId="LiveId" clId="{BA2F0650-0B49-4393-8FEE-D46B33866229}" dt="2023-10-14T03:20:56.072" v="5966" actId="33553"/>
        <pc:sldMkLst>
          <pc:docMk/>
          <pc:sldMk cId="2381474783" sldId="318"/>
        </pc:sldMkLst>
        <pc:spChg chg="mod">
          <ac:chgData name="子閎 林" userId="d496ebd3736cf63e" providerId="LiveId" clId="{BA2F0650-0B49-4393-8FEE-D46B33866229}" dt="2023-10-14T03:20:56.072" v="5966" actId="33553"/>
          <ac:spMkLst>
            <pc:docMk/>
            <pc:sldMk cId="2381474783" sldId="318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01T04:29:26.423" v="4218" actId="2711"/>
          <ac:spMkLst>
            <pc:docMk/>
            <pc:sldMk cId="2381474783" sldId="318"/>
            <ac:spMk id="9" creationId="{E63C22C5-0AE6-C4DD-FF4E-4294FB8E02E6}"/>
          </ac:spMkLst>
        </pc:spChg>
        <pc:spChg chg="add mod">
          <ac:chgData name="子閎 林" userId="d496ebd3736cf63e" providerId="LiveId" clId="{BA2F0650-0B49-4393-8FEE-D46B33866229}" dt="2023-09-10T12:32:53.118" v="4708" actId="1036"/>
          <ac:spMkLst>
            <pc:docMk/>
            <pc:sldMk cId="2381474783" sldId="318"/>
            <ac:spMk id="15" creationId="{28A15D49-FD5B-792A-6B5C-E70D1634ABCD}"/>
          </ac:spMkLst>
        </pc:spChg>
        <pc:spChg chg="add mod">
          <ac:chgData name="子閎 林" userId="d496ebd3736cf63e" providerId="LiveId" clId="{BA2F0650-0B49-4393-8FEE-D46B33866229}" dt="2023-09-10T12:32:56.202" v="4712" actId="1037"/>
          <ac:spMkLst>
            <pc:docMk/>
            <pc:sldMk cId="2381474783" sldId="318"/>
            <ac:spMk id="16" creationId="{1D9A65A6-75E1-7D4D-D329-901A6B7B1A1C}"/>
          </ac:spMkLst>
        </pc:spChg>
        <pc:grpChg chg="add mod">
          <ac:chgData name="子閎 林" userId="d496ebd3736cf63e" providerId="LiveId" clId="{BA2F0650-0B49-4393-8FEE-D46B33866229}" dt="2023-09-10T12:32:48.509" v="4705" actId="1076"/>
          <ac:grpSpMkLst>
            <pc:docMk/>
            <pc:sldMk cId="2381474783" sldId="318"/>
            <ac:grpSpMk id="14" creationId="{3A34D73B-BBA6-6863-33AD-66F465CB6E12}"/>
          </ac:grpSpMkLst>
        </pc:grpChg>
        <pc:picChg chg="del">
          <ac:chgData name="子閎 林" userId="d496ebd3736cf63e" providerId="LiveId" clId="{BA2F0650-0B49-4393-8FEE-D46B33866229}" dt="2023-09-01T03:26:29.723" v="3988" actId="478"/>
          <ac:picMkLst>
            <pc:docMk/>
            <pc:sldMk cId="2381474783" sldId="318"/>
            <ac:picMk id="6" creationId="{9637113E-9161-4079-DFE5-922D69B48000}"/>
          </ac:picMkLst>
        </pc:picChg>
        <pc:picChg chg="add mod">
          <ac:chgData name="子閎 林" userId="d496ebd3736cf63e" providerId="LiveId" clId="{BA2F0650-0B49-4393-8FEE-D46B33866229}" dt="2023-09-01T03:27:33.937" v="3993" actId="164"/>
          <ac:picMkLst>
            <pc:docMk/>
            <pc:sldMk cId="2381474783" sldId="318"/>
            <ac:picMk id="11" creationId="{5A4EAFFF-2DDD-3CCB-F7F1-69673D50B919}"/>
          </ac:picMkLst>
        </pc:picChg>
        <pc:picChg chg="add mod">
          <ac:chgData name="子閎 林" userId="d496ebd3736cf63e" providerId="LiveId" clId="{BA2F0650-0B49-4393-8FEE-D46B33866229}" dt="2023-09-01T03:27:33.937" v="3993" actId="164"/>
          <ac:picMkLst>
            <pc:docMk/>
            <pc:sldMk cId="2381474783" sldId="318"/>
            <ac:picMk id="13" creationId="{7849EBC4-8EA6-3B67-4D58-AEC64493646C}"/>
          </ac:picMkLst>
        </pc:picChg>
      </pc:sldChg>
      <pc:sldChg chg="delSp modSp add mod">
        <pc:chgData name="子閎 林" userId="d496ebd3736cf63e" providerId="LiveId" clId="{BA2F0650-0B49-4393-8FEE-D46B33866229}" dt="2023-10-14T03:21:00.761" v="5967" actId="33553"/>
        <pc:sldMkLst>
          <pc:docMk/>
          <pc:sldMk cId="247941061" sldId="319"/>
        </pc:sldMkLst>
        <pc:spChg chg="del">
          <ac:chgData name="子閎 林" userId="d496ebd3736cf63e" providerId="LiveId" clId="{BA2F0650-0B49-4393-8FEE-D46B33866229}" dt="2023-09-01T04:29:43.809" v="4224" actId="478"/>
          <ac:spMkLst>
            <pc:docMk/>
            <pc:sldMk cId="247941061" sldId="319"/>
            <ac:spMk id="7" creationId="{668527B8-89BC-ECA8-70D0-641AED43B7E0}"/>
          </ac:spMkLst>
        </pc:spChg>
        <pc:spChg chg="mod">
          <ac:chgData name="子閎 林" userId="d496ebd3736cf63e" providerId="LiveId" clId="{BA2F0650-0B49-4393-8FEE-D46B33866229}" dt="2023-10-14T03:21:00.761" v="5967" actId="33553"/>
          <ac:spMkLst>
            <pc:docMk/>
            <pc:sldMk cId="247941061" sldId="319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2:57:19.583" v="4916" actId="20577"/>
          <ac:spMkLst>
            <pc:docMk/>
            <pc:sldMk cId="247941061" sldId="319"/>
            <ac:spMk id="9" creationId="{E63C22C5-0AE6-C4DD-FF4E-4294FB8E02E6}"/>
          </ac:spMkLst>
        </pc:spChg>
        <pc:spChg chg="del">
          <ac:chgData name="子閎 林" userId="d496ebd3736cf63e" providerId="LiveId" clId="{BA2F0650-0B49-4393-8FEE-D46B33866229}" dt="2023-09-01T04:29:44.869" v="4225" actId="478"/>
          <ac:spMkLst>
            <pc:docMk/>
            <pc:sldMk cId="247941061" sldId="319"/>
            <ac:spMk id="15" creationId="{28A15D49-FD5B-792A-6B5C-E70D1634ABCD}"/>
          </ac:spMkLst>
        </pc:spChg>
        <pc:spChg chg="del">
          <ac:chgData name="子閎 林" userId="d496ebd3736cf63e" providerId="LiveId" clId="{BA2F0650-0B49-4393-8FEE-D46B33866229}" dt="2023-09-01T04:29:42.358" v="4223" actId="478"/>
          <ac:spMkLst>
            <pc:docMk/>
            <pc:sldMk cId="247941061" sldId="319"/>
            <ac:spMk id="16" creationId="{1D9A65A6-75E1-7D4D-D329-901A6B7B1A1C}"/>
          </ac:spMkLst>
        </pc:spChg>
        <pc:grpChg chg="del">
          <ac:chgData name="子閎 林" userId="d496ebd3736cf63e" providerId="LiveId" clId="{BA2F0650-0B49-4393-8FEE-D46B33866229}" dt="2023-09-01T04:29:40.908" v="4222" actId="478"/>
          <ac:grpSpMkLst>
            <pc:docMk/>
            <pc:sldMk cId="247941061" sldId="319"/>
            <ac:grpSpMk id="14" creationId="{3A34D73B-BBA6-6863-33AD-66F465CB6E12}"/>
          </ac:grpSpMkLst>
        </pc:grpChg>
      </pc:sldChg>
      <pc:sldChg chg="addSp modSp mod">
        <pc:chgData name="子閎 林" userId="d496ebd3736cf63e" providerId="LiveId" clId="{BA2F0650-0B49-4393-8FEE-D46B33866229}" dt="2023-10-14T03:21:13.819" v="5970" actId="33553"/>
        <pc:sldMkLst>
          <pc:docMk/>
          <pc:sldMk cId="3669093749" sldId="320"/>
        </pc:sldMkLst>
        <pc:spChg chg="mod">
          <ac:chgData name="子閎 林" userId="d496ebd3736cf63e" providerId="LiveId" clId="{BA2F0650-0B49-4393-8FEE-D46B33866229}" dt="2023-09-10T13:00:56.828" v="5095" actId="164"/>
          <ac:spMkLst>
            <pc:docMk/>
            <pc:sldMk cId="3669093749" sldId="320"/>
            <ac:spMk id="7" creationId="{668527B8-89BC-ECA8-70D0-641AED43B7E0}"/>
          </ac:spMkLst>
        </pc:spChg>
        <pc:spChg chg="mod">
          <ac:chgData name="子閎 林" userId="d496ebd3736cf63e" providerId="LiveId" clId="{BA2F0650-0B49-4393-8FEE-D46B33866229}" dt="2023-10-14T03:21:13.819" v="5970" actId="33553"/>
          <ac:spMkLst>
            <pc:docMk/>
            <pc:sldMk cId="3669093749" sldId="320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10T13:24:26.011" v="5452" actId="207"/>
          <ac:spMkLst>
            <pc:docMk/>
            <pc:sldMk cId="3669093749" sldId="320"/>
            <ac:spMk id="9" creationId="{E63C22C5-0AE6-C4DD-FF4E-4294FB8E02E6}"/>
          </ac:spMkLst>
        </pc:spChg>
        <pc:grpChg chg="add mod">
          <ac:chgData name="子閎 林" userId="d496ebd3736cf63e" providerId="LiveId" clId="{BA2F0650-0B49-4393-8FEE-D46B33866229}" dt="2023-09-10T13:01:15.193" v="5098" actId="1076"/>
          <ac:grpSpMkLst>
            <pc:docMk/>
            <pc:sldMk cId="3669093749" sldId="320"/>
            <ac:grpSpMk id="4" creationId="{01007080-0A97-8F5A-7AD0-7568D489C45D}"/>
          </ac:grpSpMkLst>
        </pc:grpChg>
        <pc:picChg chg="mod">
          <ac:chgData name="子閎 林" userId="d496ebd3736cf63e" providerId="LiveId" clId="{BA2F0650-0B49-4393-8FEE-D46B33866229}" dt="2023-09-10T13:00:56.828" v="5095" actId="164"/>
          <ac:picMkLst>
            <pc:docMk/>
            <pc:sldMk cId="3669093749" sldId="320"/>
            <ac:picMk id="6" creationId="{9637113E-9161-4079-DFE5-922D69B48000}"/>
          </ac:picMkLst>
        </pc:picChg>
        <pc:picChg chg="add mod">
          <ac:chgData name="子閎 林" userId="d496ebd3736cf63e" providerId="LiveId" clId="{BA2F0650-0B49-4393-8FEE-D46B33866229}" dt="2023-09-10T13:24:08.520" v="5451" actId="1037"/>
          <ac:picMkLst>
            <pc:docMk/>
            <pc:sldMk cId="3669093749" sldId="320"/>
            <ac:picMk id="11" creationId="{21CAE950-A83B-5A60-A6E3-6D93B2F1E774}"/>
          </ac:picMkLst>
        </pc:picChg>
      </pc:sldChg>
      <pc:sldChg chg="modSp mod">
        <pc:chgData name="子閎 林" userId="d496ebd3736cf63e" providerId="LiveId" clId="{BA2F0650-0B49-4393-8FEE-D46B33866229}" dt="2023-10-14T03:23:43.882" v="5999" actId="33553"/>
        <pc:sldMkLst>
          <pc:docMk/>
          <pc:sldMk cId="1113631308" sldId="321"/>
        </pc:sldMkLst>
        <pc:spChg chg="mod">
          <ac:chgData name="子閎 林" userId="d496ebd3736cf63e" providerId="LiveId" clId="{BA2F0650-0B49-4393-8FEE-D46B33866229}" dt="2023-10-14T03:23:43.882" v="5999" actId="33553"/>
          <ac:spMkLst>
            <pc:docMk/>
            <pc:sldMk cId="1113631308" sldId="321"/>
            <ac:spMk id="8" creationId="{E12CE886-CA50-FA35-3A67-70AB79EC6AAC}"/>
          </ac:spMkLst>
        </pc:spChg>
      </pc:sldChg>
      <pc:sldChg chg="addSp delSp modSp mod">
        <pc:chgData name="子閎 林" userId="d496ebd3736cf63e" providerId="LiveId" clId="{BA2F0650-0B49-4393-8FEE-D46B33866229}" dt="2023-10-14T03:23:34.522" v="5997" actId="33553"/>
        <pc:sldMkLst>
          <pc:docMk/>
          <pc:sldMk cId="3088101243" sldId="322"/>
        </pc:sldMkLst>
        <pc:spChg chg="add del mod">
          <ac:chgData name="子閎 林" userId="d496ebd3736cf63e" providerId="LiveId" clId="{BA2F0650-0B49-4393-8FEE-D46B33866229}" dt="2023-10-14T03:23:29.391" v="5996" actId="478"/>
          <ac:spMkLst>
            <pc:docMk/>
            <pc:sldMk cId="3088101243" sldId="322"/>
            <ac:spMk id="4" creationId="{986D76CB-F2A6-2C38-5019-8CC9E0E346D2}"/>
          </ac:spMkLst>
        </pc:spChg>
        <pc:spChg chg="mod">
          <ac:chgData name="子閎 林" userId="d496ebd3736cf63e" providerId="LiveId" clId="{BA2F0650-0B49-4393-8FEE-D46B33866229}" dt="2023-10-14T03:23:34.522" v="5997" actId="33553"/>
          <ac:spMkLst>
            <pc:docMk/>
            <pc:sldMk cId="3088101243" sldId="322"/>
            <ac:spMk id="8" creationId="{E12CE886-CA50-FA35-3A67-70AB79EC6AAC}"/>
          </ac:spMkLst>
        </pc:spChg>
      </pc:sldChg>
      <pc:sldChg chg="modSp mod">
        <pc:chgData name="子閎 林" userId="d496ebd3736cf63e" providerId="LiveId" clId="{BA2F0650-0B49-4393-8FEE-D46B33866229}" dt="2023-10-14T03:22:27.638" v="5986" actId="33553"/>
        <pc:sldMkLst>
          <pc:docMk/>
          <pc:sldMk cId="960937282" sldId="323"/>
        </pc:sldMkLst>
        <pc:spChg chg="mod">
          <ac:chgData name="子閎 林" userId="d496ebd3736cf63e" providerId="LiveId" clId="{BA2F0650-0B49-4393-8FEE-D46B33866229}" dt="2023-10-14T03:22:27.638" v="5986" actId="33553"/>
          <ac:spMkLst>
            <pc:docMk/>
            <pc:sldMk cId="960937282" sldId="323"/>
            <ac:spMk id="8" creationId="{E12CE886-CA50-FA35-3A67-70AB79EC6AAC}"/>
          </ac:spMkLst>
        </pc:spChg>
      </pc:sldChg>
      <pc:sldChg chg="modSp mod">
        <pc:chgData name="子閎 林" userId="d496ebd3736cf63e" providerId="LiveId" clId="{BA2F0650-0B49-4393-8FEE-D46B33866229}" dt="2023-10-14T03:21:57.626" v="5979" actId="33553"/>
        <pc:sldMkLst>
          <pc:docMk/>
          <pc:sldMk cId="867189617" sldId="324"/>
        </pc:sldMkLst>
        <pc:spChg chg="mod">
          <ac:chgData name="子閎 林" userId="d496ebd3736cf63e" providerId="LiveId" clId="{BA2F0650-0B49-4393-8FEE-D46B33866229}" dt="2023-10-14T03:21:57.626" v="5979" actId="33553"/>
          <ac:spMkLst>
            <pc:docMk/>
            <pc:sldMk cId="867189617" sldId="324"/>
            <ac:spMk id="8" creationId="{E12CE886-CA50-FA35-3A67-70AB79EC6AAC}"/>
          </ac:spMkLst>
        </pc:spChg>
      </pc:sldChg>
      <pc:sldChg chg="modSp mod">
        <pc:chgData name="子閎 林" userId="d496ebd3736cf63e" providerId="LiveId" clId="{BA2F0650-0B49-4393-8FEE-D46B33866229}" dt="2023-10-14T03:21:03.616" v="5968" actId="33553"/>
        <pc:sldMkLst>
          <pc:docMk/>
          <pc:sldMk cId="3504572163" sldId="325"/>
        </pc:sldMkLst>
        <pc:spChg chg="mod">
          <ac:chgData name="子閎 林" userId="d496ebd3736cf63e" providerId="LiveId" clId="{BA2F0650-0B49-4393-8FEE-D46B33866229}" dt="2023-10-14T03:21:03.616" v="5968" actId="33553"/>
          <ac:spMkLst>
            <pc:docMk/>
            <pc:sldMk cId="3504572163" sldId="325"/>
            <ac:spMk id="8" creationId="{E12CE886-CA50-FA35-3A67-70AB79EC6AAC}"/>
          </ac:spMkLst>
        </pc:spChg>
      </pc:sldChg>
      <pc:sldChg chg="modSp mod">
        <pc:chgData name="子閎 林" userId="d496ebd3736cf63e" providerId="LiveId" clId="{BA2F0650-0B49-4393-8FEE-D46B33866229}" dt="2023-10-14T03:20:46.473" v="5965" actId="33553"/>
        <pc:sldMkLst>
          <pc:docMk/>
          <pc:sldMk cId="1077565941" sldId="326"/>
        </pc:sldMkLst>
        <pc:spChg chg="mod">
          <ac:chgData name="子閎 林" userId="d496ebd3736cf63e" providerId="LiveId" clId="{BA2F0650-0B49-4393-8FEE-D46B33866229}" dt="2023-10-14T03:20:46.473" v="5965" actId="33553"/>
          <ac:spMkLst>
            <pc:docMk/>
            <pc:sldMk cId="1077565941" sldId="326"/>
            <ac:spMk id="8" creationId="{E12CE886-CA50-FA35-3A67-70AB79EC6AAC}"/>
          </ac:spMkLst>
        </pc:spChg>
      </pc:sldChg>
      <pc:sldChg chg="addSp delSp modSp mod">
        <pc:chgData name="子閎 林" userId="d496ebd3736cf63e" providerId="LiveId" clId="{BA2F0650-0B49-4393-8FEE-D46B33866229}" dt="2023-10-14T03:23:39.169" v="5998" actId="33553"/>
        <pc:sldMkLst>
          <pc:docMk/>
          <pc:sldMk cId="2042153421" sldId="327"/>
        </pc:sldMkLst>
        <pc:spChg chg="mod">
          <ac:chgData name="子閎 林" userId="d496ebd3736cf63e" providerId="LiveId" clId="{BA2F0650-0B49-4393-8FEE-D46B33866229}" dt="2023-10-14T03:23:39.169" v="5998" actId="33553"/>
          <ac:spMkLst>
            <pc:docMk/>
            <pc:sldMk cId="2042153421" sldId="327"/>
            <ac:spMk id="8" creationId="{A994B4BF-72F4-FEC9-37F7-29F96F7EF896}"/>
          </ac:spMkLst>
        </pc:spChg>
        <pc:spChg chg="mod">
          <ac:chgData name="子閎 林" userId="d496ebd3736cf63e" providerId="LiveId" clId="{BA2F0650-0B49-4393-8FEE-D46B33866229}" dt="2023-09-26T06:38:47.319" v="5958" actId="20577"/>
          <ac:spMkLst>
            <pc:docMk/>
            <pc:sldMk cId="2042153421" sldId="327"/>
            <ac:spMk id="9" creationId="{E63C22C5-0AE6-C4DD-FF4E-4294FB8E02E6}"/>
          </ac:spMkLst>
        </pc:spChg>
        <pc:spChg chg="del">
          <ac:chgData name="子閎 林" userId="d496ebd3736cf63e" providerId="LiveId" clId="{BA2F0650-0B49-4393-8FEE-D46B33866229}" dt="2023-09-26T06:22:27.769" v="5713" actId="478"/>
          <ac:spMkLst>
            <pc:docMk/>
            <pc:sldMk cId="2042153421" sldId="327"/>
            <ac:spMk id="11" creationId="{65E8D5AE-B4B1-51A2-DC2B-6BDC34B4B8EA}"/>
          </ac:spMkLst>
        </pc:spChg>
        <pc:spChg chg="del">
          <ac:chgData name="子閎 林" userId="d496ebd3736cf63e" providerId="LiveId" clId="{BA2F0650-0B49-4393-8FEE-D46B33866229}" dt="2023-09-26T06:22:31.135" v="5714" actId="478"/>
          <ac:spMkLst>
            <pc:docMk/>
            <pc:sldMk cId="2042153421" sldId="327"/>
            <ac:spMk id="12" creationId="{E9A8B2BD-3766-2FA0-7BA4-BB81191F1DCE}"/>
          </ac:spMkLst>
        </pc:spChg>
        <pc:spChg chg="mod topLvl">
          <ac:chgData name="子閎 林" userId="d496ebd3736cf63e" providerId="LiveId" clId="{BA2F0650-0B49-4393-8FEE-D46B33866229}" dt="2023-09-26T06:33:19.434" v="5719" actId="165"/>
          <ac:spMkLst>
            <pc:docMk/>
            <pc:sldMk cId="2042153421" sldId="327"/>
            <ac:spMk id="13" creationId="{3844D041-E6DD-F795-4638-5E3FC111CDFA}"/>
          </ac:spMkLst>
        </pc:spChg>
        <pc:spChg chg="mod topLvl">
          <ac:chgData name="子閎 林" userId="d496ebd3736cf63e" providerId="LiveId" clId="{BA2F0650-0B49-4393-8FEE-D46B33866229}" dt="2023-09-26T06:33:19.434" v="5719" actId="165"/>
          <ac:spMkLst>
            <pc:docMk/>
            <pc:sldMk cId="2042153421" sldId="327"/>
            <ac:spMk id="14" creationId="{960F24EF-9FCF-8C71-24FE-2268D39D3012}"/>
          </ac:spMkLst>
        </pc:spChg>
        <pc:spChg chg="mod topLvl">
          <ac:chgData name="子閎 林" userId="d496ebd3736cf63e" providerId="LiveId" clId="{BA2F0650-0B49-4393-8FEE-D46B33866229}" dt="2023-09-26T06:33:19.434" v="5719" actId="165"/>
          <ac:spMkLst>
            <pc:docMk/>
            <pc:sldMk cId="2042153421" sldId="327"/>
            <ac:spMk id="15" creationId="{769B9BB8-AFA6-3F22-8D4E-85FC206254AB}"/>
          </ac:spMkLst>
        </pc:spChg>
        <pc:spChg chg="mod topLvl">
          <ac:chgData name="子閎 林" userId="d496ebd3736cf63e" providerId="LiveId" clId="{BA2F0650-0B49-4393-8FEE-D46B33866229}" dt="2023-09-26T06:33:19.434" v="5719" actId="165"/>
          <ac:spMkLst>
            <pc:docMk/>
            <pc:sldMk cId="2042153421" sldId="327"/>
            <ac:spMk id="16" creationId="{37B64673-0640-081C-90AD-A9B475F297F0}"/>
          </ac:spMkLst>
        </pc:spChg>
        <pc:grpChg chg="add del mod">
          <ac:chgData name="子閎 林" userId="d496ebd3736cf63e" providerId="LiveId" clId="{BA2F0650-0B49-4393-8FEE-D46B33866229}" dt="2023-09-26T06:33:21.948" v="5720" actId="478"/>
          <ac:grpSpMkLst>
            <pc:docMk/>
            <pc:sldMk cId="2042153421" sldId="327"/>
            <ac:grpSpMk id="4" creationId="{B901524C-EB27-E346-CBEF-493019604D7E}"/>
          </ac:grpSpMkLst>
        </pc:grpChg>
        <pc:picChg chg="mod topLvl">
          <ac:chgData name="子閎 林" userId="d496ebd3736cf63e" providerId="LiveId" clId="{BA2F0650-0B49-4393-8FEE-D46B33866229}" dt="2023-09-26T06:33:19.434" v="5719" actId="165"/>
          <ac:picMkLst>
            <pc:docMk/>
            <pc:sldMk cId="2042153421" sldId="327"/>
            <ac:picMk id="6" creationId="{0B03D974-4F55-2AE0-5950-58C56BB615CB}"/>
          </ac:picMkLst>
        </pc:picChg>
        <pc:picChg chg="del">
          <ac:chgData name="子閎 林" userId="d496ebd3736cf63e" providerId="LiveId" clId="{BA2F0650-0B49-4393-8FEE-D46B33866229}" dt="2023-09-26T06:22:25.188" v="5712" actId="478"/>
          <ac:picMkLst>
            <pc:docMk/>
            <pc:sldMk cId="2042153421" sldId="327"/>
            <ac:picMk id="7" creationId="{0D217551-B74C-3875-EDEC-906F1B8AE2D7}"/>
          </ac:picMkLst>
        </pc:picChg>
        <pc:picChg chg="add mod">
          <ac:chgData name="子閎 林" userId="d496ebd3736cf63e" providerId="LiveId" clId="{BA2F0650-0B49-4393-8FEE-D46B33866229}" dt="2023-09-26T06:34:25.915" v="5782" actId="1076"/>
          <ac:picMkLst>
            <pc:docMk/>
            <pc:sldMk cId="2042153421" sldId="327"/>
            <ac:picMk id="18" creationId="{26EE891B-A25C-CA70-7B2A-3C0569F5D0A2}"/>
          </ac:picMkLst>
        </pc:picChg>
      </pc:sldChg>
    </pc:docChg>
  </pc:docChgLst>
  <pc:docChgLst>
    <pc:chgData name="Benson Lin" userId="d496ebd3736cf63e" providerId="LiveId" clId="{BA2F0650-0B49-4393-8FEE-D46B33866229}"/>
    <pc:docChg chg="undo custSel addSld modSld">
      <pc:chgData name="Benson Lin" userId="d496ebd3736cf63e" providerId="LiveId" clId="{BA2F0650-0B49-4393-8FEE-D46B33866229}" dt="2023-09-05T16:20:39.430" v="380" actId="20577"/>
      <pc:docMkLst>
        <pc:docMk/>
      </pc:docMkLst>
      <pc:sldChg chg="modSp mod">
        <pc:chgData name="Benson Lin" userId="d496ebd3736cf63e" providerId="LiveId" clId="{BA2F0650-0B49-4393-8FEE-D46B33866229}" dt="2023-09-05T16:20:39.430" v="380" actId="20577"/>
        <pc:sldMkLst>
          <pc:docMk/>
          <pc:sldMk cId="220756401" sldId="257"/>
        </pc:sldMkLst>
        <pc:spChg chg="mod">
          <ac:chgData name="Benson Lin" userId="d496ebd3736cf63e" providerId="LiveId" clId="{BA2F0650-0B49-4393-8FEE-D46B33866229}" dt="2023-09-05T16:20:39.430" v="380" actId="20577"/>
          <ac:spMkLst>
            <pc:docMk/>
            <pc:sldMk cId="220756401" sldId="257"/>
            <ac:spMk id="13" creationId="{7AEF78F3-CE4A-4938-BE55-70CB4F0542C4}"/>
          </ac:spMkLst>
        </pc:spChg>
      </pc:sldChg>
      <pc:sldChg chg="addSp delSp modSp mod">
        <pc:chgData name="Benson Lin" userId="d496ebd3736cf63e" providerId="LiveId" clId="{BA2F0650-0B49-4393-8FEE-D46B33866229}" dt="2023-09-05T15:53:15.758" v="94" actId="20577"/>
        <pc:sldMkLst>
          <pc:docMk/>
          <pc:sldMk cId="2087124329" sldId="289"/>
        </pc:sldMkLst>
        <pc:spChg chg="del">
          <ac:chgData name="Benson Lin" userId="d496ebd3736cf63e" providerId="LiveId" clId="{BA2F0650-0B49-4393-8FEE-D46B33866229}" dt="2023-09-05T15:48:44.886" v="32" actId="478"/>
          <ac:spMkLst>
            <pc:docMk/>
            <pc:sldMk cId="2087124329" sldId="289"/>
            <ac:spMk id="7" creationId="{668527B8-89BC-ECA8-70D0-641AED43B7E0}"/>
          </ac:spMkLst>
        </pc:spChg>
        <pc:spChg chg="mod">
          <ac:chgData name="Benson Lin" userId="d496ebd3736cf63e" providerId="LiveId" clId="{BA2F0650-0B49-4393-8FEE-D46B33866229}" dt="2023-09-05T15:47:53.244" v="2" actId="20577"/>
          <ac:spMkLst>
            <pc:docMk/>
            <pc:sldMk cId="2087124329" sldId="289"/>
            <ac:spMk id="8" creationId="{A994B4BF-72F4-FEC9-37F7-29F96F7EF896}"/>
          </ac:spMkLst>
        </pc:spChg>
        <pc:spChg chg="mod">
          <ac:chgData name="Benson Lin" userId="d496ebd3736cf63e" providerId="LiveId" clId="{BA2F0650-0B49-4393-8FEE-D46B33866229}" dt="2023-09-05T15:53:15.758" v="94" actId="20577"/>
          <ac:spMkLst>
            <pc:docMk/>
            <pc:sldMk cId="2087124329" sldId="289"/>
            <ac:spMk id="9" creationId="{E63C22C5-0AE6-C4DD-FF4E-4294FB8E02E6}"/>
          </ac:spMkLst>
        </pc:spChg>
        <pc:picChg chg="del">
          <ac:chgData name="Benson Lin" userId="d496ebd3736cf63e" providerId="LiveId" clId="{BA2F0650-0B49-4393-8FEE-D46B33866229}" dt="2023-09-05T15:48:42.482" v="31" actId="478"/>
          <ac:picMkLst>
            <pc:docMk/>
            <pc:sldMk cId="2087124329" sldId="289"/>
            <ac:picMk id="6" creationId="{9637113E-9161-4079-DFE5-922D69B48000}"/>
          </ac:picMkLst>
        </pc:picChg>
        <pc:picChg chg="add mod">
          <ac:chgData name="Benson Lin" userId="d496ebd3736cf63e" providerId="LiveId" clId="{BA2F0650-0B49-4393-8FEE-D46B33866229}" dt="2023-09-05T15:52:23.140" v="63" actId="1076"/>
          <ac:picMkLst>
            <pc:docMk/>
            <pc:sldMk cId="2087124329" sldId="289"/>
            <ac:picMk id="11" creationId="{EF8B3F8A-F751-48BC-2DFA-F2EF3231B1F9}"/>
          </ac:picMkLst>
        </pc:picChg>
      </pc:sldChg>
      <pc:sldChg chg="modSp mod">
        <pc:chgData name="Benson Lin" userId="d496ebd3736cf63e" providerId="LiveId" clId="{BA2F0650-0B49-4393-8FEE-D46B33866229}" dt="2023-09-05T15:50:30.334" v="44" actId="207"/>
        <pc:sldMkLst>
          <pc:docMk/>
          <pc:sldMk cId="3308054466" sldId="290"/>
        </pc:sldMkLst>
        <pc:spChg chg="mod">
          <ac:chgData name="Benson Lin" userId="d496ebd3736cf63e" providerId="LiveId" clId="{BA2F0650-0B49-4393-8FEE-D46B33866229}" dt="2023-09-05T15:48:03.968" v="8" actId="20577"/>
          <ac:spMkLst>
            <pc:docMk/>
            <pc:sldMk cId="3308054466" sldId="290"/>
            <ac:spMk id="8" creationId="{A994B4BF-72F4-FEC9-37F7-29F96F7EF896}"/>
          </ac:spMkLst>
        </pc:spChg>
        <pc:spChg chg="mod">
          <ac:chgData name="Benson Lin" userId="d496ebd3736cf63e" providerId="LiveId" clId="{BA2F0650-0B49-4393-8FEE-D46B33866229}" dt="2023-09-05T15:50:30.334" v="44" actId="207"/>
          <ac:spMkLst>
            <pc:docMk/>
            <pc:sldMk cId="3308054466" sldId="290"/>
            <ac:spMk id="9" creationId="{E63C22C5-0AE6-C4DD-FF4E-4294FB8E02E6}"/>
          </ac:spMkLst>
        </pc:spChg>
      </pc:sldChg>
      <pc:sldChg chg="modSp mod">
        <pc:chgData name="Benson Lin" userId="d496ebd3736cf63e" providerId="LiveId" clId="{BA2F0650-0B49-4393-8FEE-D46B33866229}" dt="2023-09-05T15:48:08.302" v="11" actId="20577"/>
        <pc:sldMkLst>
          <pc:docMk/>
          <pc:sldMk cId="2397369793" sldId="291"/>
        </pc:sldMkLst>
        <pc:spChg chg="mod">
          <ac:chgData name="Benson Lin" userId="d496ebd3736cf63e" providerId="LiveId" clId="{BA2F0650-0B49-4393-8FEE-D46B33866229}" dt="2023-09-05T15:48:08.302" v="11" actId="20577"/>
          <ac:spMkLst>
            <pc:docMk/>
            <pc:sldMk cId="2397369793" sldId="291"/>
            <ac:spMk id="8" creationId="{A994B4BF-72F4-FEC9-37F7-29F96F7EF896}"/>
          </ac:spMkLst>
        </pc:spChg>
      </pc:sldChg>
      <pc:sldChg chg="modSp mod">
        <pc:chgData name="Benson Lin" userId="d496ebd3736cf63e" providerId="LiveId" clId="{BA2F0650-0B49-4393-8FEE-D46B33866229}" dt="2023-09-05T15:48:12.865" v="14" actId="20577"/>
        <pc:sldMkLst>
          <pc:docMk/>
          <pc:sldMk cId="2486889218" sldId="292"/>
        </pc:sldMkLst>
        <pc:spChg chg="mod">
          <ac:chgData name="Benson Lin" userId="d496ebd3736cf63e" providerId="LiveId" clId="{BA2F0650-0B49-4393-8FEE-D46B33866229}" dt="2023-09-05T15:48:12.865" v="14" actId="20577"/>
          <ac:spMkLst>
            <pc:docMk/>
            <pc:sldMk cId="2486889218" sldId="292"/>
            <ac:spMk id="8" creationId="{A994B4BF-72F4-FEC9-37F7-29F96F7EF896}"/>
          </ac:spMkLst>
        </pc:spChg>
      </pc:sldChg>
      <pc:sldChg chg="modSp mod">
        <pc:chgData name="Benson Lin" userId="d496ebd3736cf63e" providerId="LiveId" clId="{BA2F0650-0B49-4393-8FEE-D46B33866229}" dt="2023-09-05T15:48:17.083" v="17" actId="20577"/>
        <pc:sldMkLst>
          <pc:docMk/>
          <pc:sldMk cId="1861092785" sldId="293"/>
        </pc:sldMkLst>
        <pc:spChg chg="mod">
          <ac:chgData name="Benson Lin" userId="d496ebd3736cf63e" providerId="LiveId" clId="{BA2F0650-0B49-4393-8FEE-D46B33866229}" dt="2023-09-05T15:48:17.083" v="17" actId="20577"/>
          <ac:spMkLst>
            <pc:docMk/>
            <pc:sldMk cId="1861092785" sldId="293"/>
            <ac:spMk id="8" creationId="{A994B4BF-72F4-FEC9-37F7-29F96F7EF896}"/>
          </ac:spMkLst>
        </pc:spChg>
      </pc:sldChg>
      <pc:sldChg chg="modSp mod">
        <pc:chgData name="Benson Lin" userId="d496ebd3736cf63e" providerId="LiveId" clId="{BA2F0650-0B49-4393-8FEE-D46B33866229}" dt="2023-09-05T15:48:21.932" v="20" actId="20577"/>
        <pc:sldMkLst>
          <pc:docMk/>
          <pc:sldMk cId="334558764" sldId="294"/>
        </pc:sldMkLst>
        <pc:spChg chg="mod">
          <ac:chgData name="Benson Lin" userId="d496ebd3736cf63e" providerId="LiveId" clId="{BA2F0650-0B49-4393-8FEE-D46B33866229}" dt="2023-09-05T15:48:21.932" v="20" actId="20577"/>
          <ac:spMkLst>
            <pc:docMk/>
            <pc:sldMk cId="334558764" sldId="294"/>
            <ac:spMk id="8" creationId="{A994B4BF-72F4-FEC9-37F7-29F96F7EF896}"/>
          </ac:spMkLst>
        </pc:spChg>
      </pc:sldChg>
      <pc:sldChg chg="modSp mod">
        <pc:chgData name="Benson Lin" userId="d496ebd3736cf63e" providerId="LiveId" clId="{BA2F0650-0B49-4393-8FEE-D46B33866229}" dt="2023-09-05T15:48:26.552" v="23" actId="20577"/>
        <pc:sldMkLst>
          <pc:docMk/>
          <pc:sldMk cId="1040226851" sldId="295"/>
        </pc:sldMkLst>
        <pc:spChg chg="mod">
          <ac:chgData name="Benson Lin" userId="d496ebd3736cf63e" providerId="LiveId" clId="{BA2F0650-0B49-4393-8FEE-D46B33866229}" dt="2023-09-05T15:48:26.552" v="23" actId="20577"/>
          <ac:spMkLst>
            <pc:docMk/>
            <pc:sldMk cId="1040226851" sldId="295"/>
            <ac:spMk id="8" creationId="{A994B4BF-72F4-FEC9-37F7-29F96F7EF896}"/>
          </ac:spMkLst>
        </pc:spChg>
      </pc:sldChg>
      <pc:sldChg chg="modSp mod">
        <pc:chgData name="Benson Lin" userId="d496ebd3736cf63e" providerId="LiveId" clId="{BA2F0650-0B49-4393-8FEE-D46B33866229}" dt="2023-09-05T15:48:30.721" v="26" actId="20577"/>
        <pc:sldMkLst>
          <pc:docMk/>
          <pc:sldMk cId="3955075714" sldId="296"/>
        </pc:sldMkLst>
        <pc:spChg chg="mod">
          <ac:chgData name="Benson Lin" userId="d496ebd3736cf63e" providerId="LiveId" clId="{BA2F0650-0B49-4393-8FEE-D46B33866229}" dt="2023-09-05T15:48:30.721" v="26" actId="20577"/>
          <ac:spMkLst>
            <pc:docMk/>
            <pc:sldMk cId="3955075714" sldId="296"/>
            <ac:spMk id="8" creationId="{A994B4BF-72F4-FEC9-37F7-29F96F7EF896}"/>
          </ac:spMkLst>
        </pc:spChg>
      </pc:sldChg>
      <pc:sldChg chg="modSp mod">
        <pc:chgData name="Benson Lin" userId="d496ebd3736cf63e" providerId="LiveId" clId="{BA2F0650-0B49-4393-8FEE-D46B33866229}" dt="2023-09-05T15:48:34.886" v="30" actId="20577"/>
        <pc:sldMkLst>
          <pc:docMk/>
          <pc:sldMk cId="514993357" sldId="297"/>
        </pc:sldMkLst>
        <pc:spChg chg="mod">
          <ac:chgData name="Benson Lin" userId="d496ebd3736cf63e" providerId="LiveId" clId="{BA2F0650-0B49-4393-8FEE-D46B33866229}" dt="2023-09-05T15:48:34.886" v="30" actId="20577"/>
          <ac:spMkLst>
            <pc:docMk/>
            <pc:sldMk cId="514993357" sldId="297"/>
            <ac:spMk id="8" creationId="{A994B4BF-72F4-FEC9-37F7-29F96F7EF896}"/>
          </ac:spMkLst>
        </pc:spChg>
      </pc:sldChg>
      <pc:sldChg chg="modSp mod">
        <pc:chgData name="Benson Lin" userId="d496ebd3736cf63e" providerId="LiveId" clId="{BA2F0650-0B49-4393-8FEE-D46B33866229}" dt="2023-09-05T16:01:15.551" v="320" actId="207"/>
        <pc:sldMkLst>
          <pc:docMk/>
          <pc:sldMk cId="4175706648" sldId="300"/>
        </pc:sldMkLst>
        <pc:spChg chg="mod">
          <ac:chgData name="Benson Lin" userId="d496ebd3736cf63e" providerId="LiveId" clId="{BA2F0650-0B49-4393-8FEE-D46B33866229}" dt="2023-09-05T16:01:15.551" v="320" actId="207"/>
          <ac:spMkLst>
            <pc:docMk/>
            <pc:sldMk cId="4175706648" sldId="300"/>
            <ac:spMk id="9" creationId="{E63C22C5-0AE6-C4DD-FF4E-4294FB8E02E6}"/>
          </ac:spMkLst>
        </pc:spChg>
      </pc:sldChg>
      <pc:sldChg chg="addSp modSp mod">
        <pc:chgData name="Benson Lin" userId="d496ebd3736cf63e" providerId="LiveId" clId="{BA2F0650-0B49-4393-8FEE-D46B33866229}" dt="2023-09-05T16:20:18.289" v="374" actId="20577"/>
        <pc:sldMkLst>
          <pc:docMk/>
          <pc:sldMk cId="972739635" sldId="312"/>
        </pc:sldMkLst>
        <pc:spChg chg="add mod">
          <ac:chgData name="Benson Lin" userId="d496ebd3736cf63e" providerId="LiveId" clId="{BA2F0650-0B49-4393-8FEE-D46B33866229}" dt="2023-09-05T16:19:22.398" v="362" actId="14100"/>
          <ac:spMkLst>
            <pc:docMk/>
            <pc:sldMk cId="972739635" sldId="312"/>
            <ac:spMk id="7" creationId="{7D569B88-C2FB-1CDA-4F38-C88AF97F0A01}"/>
          </ac:spMkLst>
        </pc:spChg>
        <pc:spChg chg="mod">
          <ac:chgData name="Benson Lin" userId="d496ebd3736cf63e" providerId="LiveId" clId="{BA2F0650-0B49-4393-8FEE-D46B33866229}" dt="2023-09-05T16:20:18.289" v="374" actId="20577"/>
          <ac:spMkLst>
            <pc:docMk/>
            <pc:sldMk cId="972739635" sldId="312"/>
            <ac:spMk id="8" creationId="{A994B4BF-72F4-FEC9-37F7-29F96F7EF896}"/>
          </ac:spMkLst>
        </pc:spChg>
        <pc:spChg chg="mod">
          <ac:chgData name="Benson Lin" userId="d496ebd3736cf63e" providerId="LiveId" clId="{BA2F0650-0B49-4393-8FEE-D46B33866229}" dt="2023-09-05T16:18:44.670" v="354" actId="20577"/>
          <ac:spMkLst>
            <pc:docMk/>
            <pc:sldMk cId="972739635" sldId="312"/>
            <ac:spMk id="9" creationId="{E63C22C5-0AE6-C4DD-FF4E-4294FB8E02E6}"/>
          </ac:spMkLst>
        </pc:spChg>
        <pc:spChg chg="add mod">
          <ac:chgData name="Benson Lin" userId="d496ebd3736cf63e" providerId="LiveId" clId="{BA2F0650-0B49-4393-8FEE-D46B33866229}" dt="2023-09-05T16:19:48.134" v="369" actId="1037"/>
          <ac:spMkLst>
            <pc:docMk/>
            <pc:sldMk cId="972739635" sldId="312"/>
            <ac:spMk id="11" creationId="{4BD2C378-47D3-8BAB-CE44-414026A4DB40}"/>
          </ac:spMkLst>
        </pc:spChg>
        <pc:picChg chg="add mod">
          <ac:chgData name="Benson Lin" userId="d496ebd3736cf63e" providerId="LiveId" clId="{BA2F0650-0B49-4393-8FEE-D46B33866229}" dt="2023-09-05T16:19:05.471" v="359" actId="1076"/>
          <ac:picMkLst>
            <pc:docMk/>
            <pc:sldMk cId="972739635" sldId="312"/>
            <ac:picMk id="6" creationId="{40FF320E-386E-1A4E-F098-599DDFB82878}"/>
          </ac:picMkLst>
        </pc:picChg>
      </pc:sldChg>
      <pc:sldChg chg="modSp mod">
        <pc:chgData name="Benson Lin" userId="d496ebd3736cf63e" providerId="LiveId" clId="{BA2F0650-0B49-4393-8FEE-D46B33866229}" dt="2023-09-05T16:20:32.961" v="378" actId="20577"/>
        <pc:sldMkLst>
          <pc:docMk/>
          <pc:sldMk cId="2749052868" sldId="313"/>
        </pc:sldMkLst>
        <pc:spChg chg="mod">
          <ac:chgData name="Benson Lin" userId="d496ebd3736cf63e" providerId="LiveId" clId="{BA2F0650-0B49-4393-8FEE-D46B33866229}" dt="2023-09-05T16:20:32.961" v="378" actId="20577"/>
          <ac:spMkLst>
            <pc:docMk/>
            <pc:sldMk cId="2749052868" sldId="313"/>
            <ac:spMk id="13" creationId="{7AEF78F3-CE4A-4938-BE55-70CB4F0542C4}"/>
          </ac:spMkLst>
        </pc:spChg>
      </pc:sldChg>
      <pc:sldChg chg="modSp mod">
        <pc:chgData name="Benson Lin" userId="d496ebd3736cf63e" providerId="LiveId" clId="{BA2F0650-0B49-4393-8FEE-D46B33866229}" dt="2023-09-05T16:20:27.903" v="377" actId="20577"/>
        <pc:sldMkLst>
          <pc:docMk/>
          <pc:sldMk cId="2311693299" sldId="314"/>
        </pc:sldMkLst>
        <pc:spChg chg="mod">
          <ac:chgData name="Benson Lin" userId="d496ebd3736cf63e" providerId="LiveId" clId="{BA2F0650-0B49-4393-8FEE-D46B33866229}" dt="2023-09-05T16:20:27.903" v="377" actId="20577"/>
          <ac:spMkLst>
            <pc:docMk/>
            <pc:sldMk cId="2311693299" sldId="314"/>
            <ac:spMk id="13" creationId="{7AEF78F3-CE4A-4938-BE55-70CB4F0542C4}"/>
          </ac:spMkLst>
        </pc:spChg>
      </pc:sldChg>
      <pc:sldChg chg="modSp mod">
        <pc:chgData name="Benson Lin" userId="d496ebd3736cf63e" providerId="LiveId" clId="{BA2F0650-0B49-4393-8FEE-D46B33866229}" dt="2023-09-05T16:20:24.186" v="376" actId="20577"/>
        <pc:sldMkLst>
          <pc:docMk/>
          <pc:sldMk cId="4015499620" sldId="315"/>
        </pc:sldMkLst>
        <pc:spChg chg="mod">
          <ac:chgData name="Benson Lin" userId="d496ebd3736cf63e" providerId="LiveId" clId="{BA2F0650-0B49-4393-8FEE-D46B33866229}" dt="2023-09-05T16:20:24.186" v="376" actId="20577"/>
          <ac:spMkLst>
            <pc:docMk/>
            <pc:sldMk cId="4015499620" sldId="315"/>
            <ac:spMk id="13" creationId="{7AEF78F3-CE4A-4938-BE55-70CB4F0542C4}"/>
          </ac:spMkLst>
        </pc:spChg>
      </pc:sldChg>
      <pc:sldChg chg="modSp mod">
        <pc:chgData name="Benson Lin" userId="d496ebd3736cf63e" providerId="LiveId" clId="{BA2F0650-0B49-4393-8FEE-D46B33866229}" dt="2023-09-05T16:20:20.496" v="375" actId="20577"/>
        <pc:sldMkLst>
          <pc:docMk/>
          <pc:sldMk cId="300342381" sldId="316"/>
        </pc:sldMkLst>
        <pc:spChg chg="mod">
          <ac:chgData name="Benson Lin" userId="d496ebd3736cf63e" providerId="LiveId" clId="{BA2F0650-0B49-4393-8FEE-D46B33866229}" dt="2023-09-05T16:20:20.496" v="375" actId="20577"/>
          <ac:spMkLst>
            <pc:docMk/>
            <pc:sldMk cId="300342381" sldId="316"/>
            <ac:spMk id="13" creationId="{7AEF78F3-CE4A-4938-BE55-70CB4F0542C4}"/>
          </ac:spMkLst>
        </pc:spChg>
      </pc:sldChg>
      <pc:sldChg chg="modSp mod">
        <pc:chgData name="Benson Lin" userId="d496ebd3736cf63e" providerId="LiveId" clId="{BA2F0650-0B49-4393-8FEE-D46B33866229}" dt="2023-09-05T16:20:36.337" v="379" actId="20577"/>
        <pc:sldMkLst>
          <pc:docMk/>
          <pc:sldMk cId="1010787452" sldId="317"/>
        </pc:sldMkLst>
        <pc:spChg chg="mod">
          <ac:chgData name="Benson Lin" userId="d496ebd3736cf63e" providerId="LiveId" clId="{BA2F0650-0B49-4393-8FEE-D46B33866229}" dt="2023-09-05T16:20:36.337" v="379" actId="20577"/>
          <ac:spMkLst>
            <pc:docMk/>
            <pc:sldMk cId="1010787452" sldId="317"/>
            <ac:spMk id="13" creationId="{7AEF78F3-CE4A-4938-BE55-70CB4F0542C4}"/>
          </ac:spMkLst>
        </pc:spChg>
      </pc:sldChg>
      <pc:sldChg chg="modSp add mod">
        <pc:chgData name="Benson Lin" userId="d496ebd3736cf63e" providerId="LiveId" clId="{BA2F0650-0B49-4393-8FEE-D46B33866229}" dt="2023-09-05T15:49:07.058" v="36" actId="20577"/>
        <pc:sldMkLst>
          <pc:docMk/>
          <pc:sldMk cId="3669093749" sldId="320"/>
        </pc:sldMkLst>
        <pc:spChg chg="mod">
          <ac:chgData name="Benson Lin" userId="d496ebd3736cf63e" providerId="LiveId" clId="{BA2F0650-0B49-4393-8FEE-D46B33866229}" dt="2023-09-05T15:47:58.805" v="5" actId="20577"/>
          <ac:spMkLst>
            <pc:docMk/>
            <pc:sldMk cId="3669093749" sldId="320"/>
            <ac:spMk id="8" creationId="{A994B4BF-72F4-FEC9-37F7-29F96F7EF896}"/>
          </ac:spMkLst>
        </pc:spChg>
        <pc:spChg chg="mod">
          <ac:chgData name="Benson Lin" userId="d496ebd3736cf63e" providerId="LiveId" clId="{BA2F0650-0B49-4393-8FEE-D46B33866229}" dt="2023-09-05T15:49:07.058" v="36" actId="20577"/>
          <ac:spMkLst>
            <pc:docMk/>
            <pc:sldMk cId="3669093749" sldId="320"/>
            <ac:spMk id="9" creationId="{E63C22C5-0AE6-C4DD-FF4E-4294FB8E02E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174B3EC-CF9C-EFDD-6F08-F3FA9BCB1F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DF53C41-34ED-E80C-B4C2-D633573F88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3B1CB-5B9A-4490-9501-62EB9266E98A}" type="datetimeFigureOut">
              <a:rPr lang="zh-TW" altLang="en-US" smtClean="0">
                <a:latin typeface="Klee One" pitchFamily="2" charset="-120"/>
                <a:ea typeface="Klee One" pitchFamily="2" charset="-120"/>
              </a:rPr>
              <a:t>2026/9/22</a:t>
            </a:fld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CE5252-2A1C-3F7D-4340-210E5939FB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FFD3A1-795B-D7B3-E357-562D7D57FA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8E1D8-392A-4221-8E2D-0B047A97ED28}" type="slidenum">
              <a:rPr lang="zh-TW" altLang="en-US" smtClean="0">
                <a:latin typeface="Klee One" pitchFamily="2" charset="-120"/>
                <a:ea typeface="Klee One" pitchFamily="2" charset="-120"/>
              </a:rPr>
              <a:t>‹#›</a:t>
            </a:fld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656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lee One" pitchFamily="2" charset="-120"/>
                <a:ea typeface="Klee One" pitchFamily="2" charset="-120"/>
              </a:defRPr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lee One" pitchFamily="2" charset="-120"/>
                <a:ea typeface="Klee One" pitchFamily="2" charset="-120"/>
              </a:defRPr>
            </a:lvl1pPr>
          </a:lstStyle>
          <a:p>
            <a:fld id="{15FB5476-E05F-49FA-A4E0-EDB999609180}" type="datetimeFigureOut">
              <a:rPr lang="zh-TW" altLang="en-US" smtClean="0"/>
              <a:pPr/>
              <a:t>2026/9/22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lee One" pitchFamily="2" charset="-120"/>
                <a:ea typeface="Klee One" pitchFamily="2" charset="-120"/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lee One" pitchFamily="2" charset="-120"/>
                <a:ea typeface="Klee One" pitchFamily="2" charset="-120"/>
              </a:defRPr>
            </a:lvl1pPr>
          </a:lstStyle>
          <a:p>
            <a:fld id="{5C93B34F-5F83-455E-8035-4B5ADBCBB1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451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Klee One" pitchFamily="2" charset="-120"/>
        <a:ea typeface="Klee One" pitchFamily="2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Klee One" pitchFamily="2" charset="-120"/>
        <a:ea typeface="Klee One" pitchFamily="2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Klee One" pitchFamily="2" charset="-120"/>
        <a:ea typeface="Klee One" pitchFamily="2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Klee One" pitchFamily="2" charset="-120"/>
        <a:ea typeface="Klee One" pitchFamily="2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Klee One" pitchFamily="2" charset="-120"/>
        <a:ea typeface="Klee One" pitchFamily="2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010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832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「這張圖主要是在說 </a:t>
            </a:r>
            <a:r>
              <a:rPr lang="en-US" altLang="zh-TW" dirty="0"/>
              <a:t>user space </a:t>
            </a:r>
            <a:r>
              <a:rPr lang="zh-TW" altLang="en-US" dirty="0"/>
              <a:t>和 </a:t>
            </a:r>
            <a:r>
              <a:rPr lang="en-US" altLang="zh-TW" dirty="0"/>
              <a:t>kernel space </a:t>
            </a:r>
            <a:r>
              <a:rPr lang="zh-TW" altLang="en-US" dirty="0"/>
              <a:t>之間的關係。」</a:t>
            </a:r>
          </a:p>
          <a:p>
            <a:r>
              <a:rPr lang="zh-TW" altLang="en-US" dirty="0"/>
              <a:t>「我們的 </a:t>
            </a:r>
            <a:r>
              <a:rPr lang="en-US" altLang="zh-TW" dirty="0"/>
              <a:t>user application </a:t>
            </a:r>
            <a:r>
              <a:rPr lang="zh-TW" altLang="en-US" dirty="0"/>
              <a:t>沒辦法直接去操作 </a:t>
            </a:r>
            <a:r>
              <a:rPr lang="en-US" altLang="zh-TW" dirty="0"/>
              <a:t>kernel </a:t>
            </a:r>
            <a:r>
              <a:rPr lang="zh-TW" altLang="en-US" dirty="0"/>
              <a:t>裡面的資源。如果需要 </a:t>
            </a:r>
            <a:r>
              <a:rPr lang="en-US" altLang="zh-TW" dirty="0"/>
              <a:t>OS </a:t>
            </a:r>
            <a:r>
              <a:rPr lang="zh-TW" altLang="en-US" dirty="0"/>
              <a:t>提供服務，就必須透過 </a:t>
            </a:r>
            <a:r>
              <a:rPr lang="en-US" altLang="zh-TW" dirty="0"/>
              <a:t>system call interface</a:t>
            </a:r>
            <a:r>
              <a:rPr lang="zh-TW" altLang="en-US" dirty="0"/>
              <a:t>。」</a:t>
            </a:r>
          </a:p>
          <a:p>
            <a:r>
              <a:rPr lang="zh-TW" altLang="en-US" dirty="0"/>
              <a:t>「一般情況下，透過 </a:t>
            </a:r>
            <a:r>
              <a:rPr lang="en-US" altLang="zh-TW" dirty="0"/>
              <a:t>C library </a:t>
            </a:r>
            <a:r>
              <a:rPr lang="zh-TW" altLang="en-US" dirty="0"/>
              <a:t>等 </a:t>
            </a:r>
            <a:r>
              <a:rPr lang="en-US" altLang="zh-TW" dirty="0"/>
              <a:t>library </a:t>
            </a:r>
            <a:r>
              <a:rPr lang="zh-TW" altLang="en-US" dirty="0"/>
              <a:t>所提供的函式。」</a:t>
            </a:r>
          </a:p>
          <a:p>
            <a:r>
              <a:rPr lang="zh-TW" altLang="en-US" dirty="0"/>
              <a:t>「</a:t>
            </a:r>
            <a:r>
              <a:rPr lang="en-US" altLang="zh-TW" dirty="0"/>
              <a:t>Library </a:t>
            </a:r>
            <a:r>
              <a:rPr lang="zh-TW" altLang="en-US" dirty="0"/>
              <a:t>會幫我們處理一些工作，必要的時候再透過 </a:t>
            </a:r>
            <a:r>
              <a:rPr lang="en-US" altLang="zh-TW" dirty="0"/>
              <a:t>system call </a:t>
            </a:r>
            <a:r>
              <a:rPr lang="zh-TW" altLang="en-US" dirty="0"/>
              <a:t>進入 </a:t>
            </a:r>
            <a:r>
              <a:rPr lang="en-US" altLang="zh-TW" dirty="0"/>
              <a:t>kernel</a:t>
            </a:r>
          </a:p>
          <a:p>
            <a:r>
              <a:rPr lang="zh-TW" altLang="en-US" dirty="0"/>
              <a:t>「另外 </a:t>
            </a:r>
            <a:r>
              <a:rPr lang="en-US" altLang="zh-TW" dirty="0"/>
              <a:t>POSIX </a:t>
            </a:r>
            <a:r>
              <a:rPr lang="zh-TW" altLang="en-US" dirty="0"/>
              <a:t>定義的是這些 </a:t>
            </a:r>
            <a:r>
              <a:rPr lang="en-US" altLang="zh-TW" dirty="0"/>
              <a:t>API </a:t>
            </a:r>
            <a:r>
              <a:rPr lang="zh-TW" altLang="en-US" dirty="0"/>
              <a:t>應該有什麼功能與行為，而不是規定 </a:t>
            </a:r>
            <a:r>
              <a:rPr lang="en-US" altLang="zh-TW" dirty="0"/>
              <a:t>kernel </a:t>
            </a:r>
            <a:r>
              <a:rPr lang="zh-TW" altLang="en-US" dirty="0"/>
              <a:t>裡面一定要怎麼實作。」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189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「在 </a:t>
            </a:r>
            <a:r>
              <a:rPr lang="en-US" altLang="zh-TW" dirty="0"/>
              <a:t>OS </a:t>
            </a:r>
            <a:r>
              <a:rPr lang="zh-TW" altLang="en-US" dirty="0"/>
              <a:t>課裡，我們通常就直接稱 </a:t>
            </a:r>
            <a:r>
              <a:rPr lang="en-US" altLang="zh-TW" dirty="0"/>
              <a:t>read()</a:t>
            </a:r>
            <a:r>
              <a:rPr lang="zh-TW" altLang="en-US" dirty="0"/>
              <a:t>、</a:t>
            </a:r>
            <a:r>
              <a:rPr lang="en-US" altLang="zh-TW" dirty="0"/>
              <a:t>write()</a:t>
            </a:r>
            <a:r>
              <a:rPr lang="zh-TW" altLang="en-US" dirty="0"/>
              <a:t>、</a:t>
            </a:r>
            <a:r>
              <a:rPr lang="en-US" altLang="zh-TW" dirty="0"/>
              <a:t>fork() </a:t>
            </a:r>
            <a:r>
              <a:rPr lang="zh-TW" altLang="en-US" dirty="0"/>
              <a:t>這些為 </a:t>
            </a:r>
            <a:r>
              <a:rPr lang="en-US" altLang="zh-TW" dirty="0"/>
              <a:t>system call</a:t>
            </a:r>
            <a:r>
              <a:rPr lang="zh-TW" altLang="en-US" dirty="0"/>
              <a:t>。</a:t>
            </a:r>
            <a:r>
              <a:rPr lang="en-US" altLang="zh-TW" dirty="0"/>
              <a:t>POSIX </a:t>
            </a:r>
            <a:r>
              <a:rPr lang="zh-TW" altLang="en-US" dirty="0"/>
              <a:t>會規範這些介面的使用方式和行為。」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452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1651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748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314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877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792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178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45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這邊看到 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 的 </a:t>
            </a:r>
            <a:r>
              <a:rPr lang="en-US" altLang="zh-TW" dirty="0"/>
              <a:t>calls </a:t>
            </a:r>
            <a:r>
              <a:rPr lang="zh-TW" altLang="en-US" dirty="0"/>
              <a:t>次數相較於 </a:t>
            </a:r>
            <a:r>
              <a:rPr lang="en-US" altLang="zh-TW" dirty="0"/>
              <a:t>read()</a:t>
            </a:r>
            <a:r>
              <a:rPr lang="zh-TW" altLang="en-US" dirty="0"/>
              <a:t>少很多。</a:t>
            </a:r>
            <a:endParaRPr lang="en-US" altLang="zh-TW" dirty="0"/>
          </a:p>
          <a:p>
            <a:r>
              <a:rPr lang="zh-TW" altLang="en-US" dirty="0"/>
              <a:t>原因是 </a:t>
            </a:r>
            <a:r>
              <a:rPr lang="en-US" altLang="zh-TW" dirty="0" err="1"/>
              <a:t>fread</a:t>
            </a:r>
            <a:r>
              <a:rPr lang="en-US" altLang="zh-TW" dirty="0"/>
              <a:t>() </a:t>
            </a:r>
            <a:r>
              <a:rPr lang="zh-TW" altLang="en-US" dirty="0"/>
              <a:t>不是每次都去 </a:t>
            </a:r>
            <a:r>
              <a:rPr lang="en-US" altLang="zh-TW" dirty="0"/>
              <a:t>kernel </a:t>
            </a:r>
            <a:r>
              <a:rPr lang="zh-TW" altLang="en-US" dirty="0"/>
              <a:t>拿 </a:t>
            </a:r>
            <a:r>
              <a:rPr lang="en-US" altLang="zh-TW" dirty="0"/>
              <a:t>1 byte</a:t>
            </a:r>
            <a:r>
              <a:rPr lang="zh-TW" altLang="en-US" dirty="0"/>
              <a:t>，而是有一個 </a:t>
            </a:r>
            <a:r>
              <a:rPr lang="en-US" altLang="zh-TW" dirty="0"/>
              <a:t>user-space buffer</a:t>
            </a:r>
          </a:p>
          <a:p>
            <a:r>
              <a:rPr lang="en-US" altLang="zh-TW" dirty="0"/>
              <a:t>C library </a:t>
            </a:r>
            <a:r>
              <a:rPr lang="zh-TW" altLang="en-US" dirty="0"/>
              <a:t>可能發現自己的 </a:t>
            </a:r>
            <a:r>
              <a:rPr lang="en-US" altLang="zh-TW" dirty="0"/>
              <a:t>buffer </a:t>
            </a:r>
            <a:r>
              <a:rPr lang="zh-TW" altLang="en-US" dirty="0"/>
              <a:t>是空的，於是底層一次做：</a:t>
            </a:r>
            <a:r>
              <a:rPr lang="en-US" altLang="zh-TW" dirty="0"/>
              <a:t>read(</a:t>
            </a:r>
            <a:r>
              <a:rPr lang="en-US" altLang="zh-TW" dirty="0" err="1"/>
              <a:t>fd</a:t>
            </a:r>
            <a:r>
              <a:rPr lang="en-US" altLang="zh-TW" dirty="0"/>
              <a:t>, buffer, 4096)</a:t>
            </a:r>
          </a:p>
          <a:p>
            <a:r>
              <a:rPr lang="zh-TW" altLang="en-US" dirty="0"/>
              <a:t>假設一次從 </a:t>
            </a:r>
            <a:r>
              <a:rPr lang="en-US" altLang="zh-TW" dirty="0"/>
              <a:t>kernel </a:t>
            </a:r>
            <a:r>
              <a:rPr lang="zh-TW" altLang="en-US" dirty="0"/>
              <a:t>拿了 </a:t>
            </a:r>
            <a:r>
              <a:rPr lang="en-US" altLang="zh-TW" dirty="0"/>
              <a:t>4096 bytes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然後：</a:t>
            </a:r>
            <a:r>
              <a:rPr lang="en-US" altLang="zh-TW" dirty="0" err="1"/>
              <a:t>fread</a:t>
            </a:r>
            <a:r>
              <a:rPr lang="en-US" altLang="zh-TW" dirty="0"/>
              <a:t> </a:t>
            </a:r>
            <a:r>
              <a:rPr lang="zh-TW" altLang="en-US" dirty="0"/>
              <a:t>第</a:t>
            </a:r>
            <a:r>
              <a:rPr lang="en-US" altLang="zh-TW" dirty="0"/>
              <a:t>1</a:t>
            </a:r>
            <a:r>
              <a:rPr lang="zh-TW" altLang="en-US" dirty="0"/>
              <a:t>次 → 從 </a:t>
            </a:r>
            <a:r>
              <a:rPr lang="en-US" altLang="zh-TW" dirty="0"/>
              <a:t>buffer </a:t>
            </a:r>
            <a:r>
              <a:rPr lang="zh-TW" altLang="en-US" dirty="0"/>
              <a:t>拿第</a:t>
            </a:r>
            <a:r>
              <a:rPr lang="en-US" altLang="zh-TW" dirty="0"/>
              <a:t>1 byte </a:t>
            </a:r>
            <a:r>
              <a:rPr lang="en-US" altLang="zh-TW" dirty="0" err="1"/>
              <a:t>fread</a:t>
            </a:r>
            <a:r>
              <a:rPr lang="en-US" altLang="zh-TW" dirty="0"/>
              <a:t> </a:t>
            </a:r>
            <a:r>
              <a:rPr lang="zh-TW" altLang="en-US" dirty="0"/>
              <a:t>第</a:t>
            </a:r>
            <a:r>
              <a:rPr lang="en-US" altLang="zh-TW" dirty="0"/>
              <a:t>2</a:t>
            </a:r>
            <a:r>
              <a:rPr lang="zh-TW" altLang="en-US" dirty="0"/>
              <a:t>次 → 從 </a:t>
            </a:r>
            <a:r>
              <a:rPr lang="en-US" altLang="zh-TW" dirty="0"/>
              <a:t>buffer </a:t>
            </a:r>
            <a:r>
              <a:rPr lang="zh-TW" altLang="en-US" dirty="0"/>
              <a:t>拿第</a:t>
            </a:r>
            <a:r>
              <a:rPr lang="en-US" altLang="zh-TW" dirty="0"/>
              <a:t>2 byte </a:t>
            </a:r>
            <a:r>
              <a:rPr lang="en-US" altLang="zh-TW" dirty="0" err="1"/>
              <a:t>fread</a:t>
            </a:r>
            <a:r>
              <a:rPr lang="en-US" altLang="zh-TW" dirty="0"/>
              <a:t> </a:t>
            </a:r>
            <a:r>
              <a:rPr lang="zh-TW" altLang="en-US" dirty="0"/>
              <a:t>第</a:t>
            </a:r>
            <a:r>
              <a:rPr lang="en-US" altLang="zh-TW" dirty="0"/>
              <a:t>3</a:t>
            </a:r>
            <a:r>
              <a:rPr lang="zh-TW" altLang="en-US" dirty="0"/>
              <a:t>次 → 從 </a:t>
            </a:r>
            <a:r>
              <a:rPr lang="en-US" altLang="zh-TW" dirty="0"/>
              <a:t>buffer </a:t>
            </a:r>
            <a:r>
              <a:rPr lang="zh-TW" altLang="en-US" dirty="0"/>
              <a:t>拿第</a:t>
            </a:r>
            <a:r>
              <a:rPr lang="en-US" altLang="zh-TW" dirty="0"/>
              <a:t>3 byte ... </a:t>
            </a:r>
            <a:r>
              <a:rPr lang="en-US" altLang="zh-TW" dirty="0" err="1"/>
              <a:t>fread</a:t>
            </a:r>
            <a:r>
              <a:rPr lang="en-US" altLang="zh-TW" dirty="0"/>
              <a:t> </a:t>
            </a:r>
            <a:r>
              <a:rPr lang="zh-TW" altLang="en-US" dirty="0"/>
              <a:t>第</a:t>
            </a:r>
            <a:r>
              <a:rPr lang="en-US" altLang="zh-TW" dirty="0"/>
              <a:t>4096</a:t>
            </a:r>
            <a:r>
              <a:rPr lang="zh-TW" altLang="en-US" dirty="0"/>
              <a:t>次 → 從 </a:t>
            </a:r>
            <a:r>
              <a:rPr lang="en-US" altLang="zh-TW" dirty="0"/>
              <a:t>buffer </a:t>
            </a:r>
            <a:r>
              <a:rPr lang="zh-TW" altLang="en-US" dirty="0"/>
              <a:t>拿第</a:t>
            </a:r>
            <a:r>
              <a:rPr lang="en-US" altLang="zh-TW" dirty="0"/>
              <a:t>4096 byte</a:t>
            </a:r>
          </a:p>
          <a:p>
            <a:r>
              <a:rPr lang="zh-TW" altLang="en-US" dirty="0"/>
              <a:t>這 </a:t>
            </a:r>
            <a:r>
              <a:rPr lang="en-US" altLang="zh-TW" dirty="0"/>
              <a:t>4096 </a:t>
            </a:r>
            <a:r>
              <a:rPr lang="zh-TW" altLang="en-US" dirty="0"/>
              <a:t>次 </a:t>
            </a:r>
            <a:r>
              <a:rPr lang="en-US" altLang="zh-TW" dirty="0" err="1"/>
              <a:t>fread</a:t>
            </a:r>
            <a:r>
              <a:rPr lang="en-US" altLang="zh-TW" dirty="0"/>
              <a:t>()</a:t>
            </a:r>
            <a:r>
              <a:rPr lang="zh-TW" altLang="en-US" dirty="0"/>
              <a:t>，可能只需要 </a:t>
            </a:r>
            <a:r>
              <a:rPr lang="en-US" altLang="zh-TW" b="1" dirty="0"/>
              <a:t>1 </a:t>
            </a:r>
            <a:r>
              <a:rPr lang="zh-TW" altLang="en-US" b="1" dirty="0"/>
              <a:t>次 </a:t>
            </a:r>
            <a:r>
              <a:rPr lang="en-US" altLang="zh-TW" b="1" dirty="0"/>
              <a:t>read() system call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 err="1"/>
              <a:t>usecs</a:t>
            </a:r>
            <a:r>
              <a:rPr lang="en-US" altLang="zh-TW" dirty="0"/>
              <a:t>/call = </a:t>
            </a:r>
            <a:r>
              <a:rPr lang="zh-TW" altLang="en-US" dirty="0"/>
              <a:t>每一次 </a:t>
            </a:r>
            <a:r>
              <a:rPr lang="en-US" altLang="zh-TW" dirty="0" err="1"/>
              <a:t>syscall</a:t>
            </a:r>
            <a:r>
              <a:rPr lang="en-US" altLang="zh-TW" dirty="0"/>
              <a:t> </a:t>
            </a:r>
            <a:r>
              <a:rPr lang="zh-TW" altLang="en-US" dirty="0"/>
              <a:t>平均花多少微秒 </a:t>
            </a:r>
            <a:r>
              <a:rPr lang="en-US" altLang="zh-TW" dirty="0"/>
              <a:t>calls = </a:t>
            </a:r>
            <a:r>
              <a:rPr lang="zh-TW" altLang="en-US" dirty="0"/>
              <a:t>這個 </a:t>
            </a:r>
            <a:r>
              <a:rPr lang="en-US" altLang="zh-TW" dirty="0" err="1"/>
              <a:t>syscall</a:t>
            </a:r>
            <a:r>
              <a:rPr lang="en-US" altLang="zh-TW" dirty="0"/>
              <a:t> </a:t>
            </a:r>
            <a:r>
              <a:rPr lang="zh-TW" altLang="en-US" dirty="0"/>
              <a:t>總共被呼叫幾次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3B34F-5F83-455E-8035-4B5ADBCBB166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20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B3B2-3E19-4D70-B0C0-F61A90A266FA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6557-E3FF-479C-AFDB-C585BD879266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C79-E973-418A-AEAC-92E11298D0DF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5B92-C126-47F6-90F5-BFB39D738748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1255-1EB9-40F7-8BED-177D01E37AC8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4046E-C6F8-4F63-A924-68D162279D69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F37E-2307-4A4E-9FB1-777B20485763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5297E-21D5-4B44-A7A4-A35379CF89E2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7D27-375B-40F5-B328-417F7624ED7A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0160-A9DD-47F9-8FAF-E05BE9600530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2F02-16A6-473E-8E0C-55C075241DD2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lee One" pitchFamily="2" charset="-120"/>
                <a:ea typeface="Klee One" pitchFamily="2" charset="-120"/>
              </a:defRPr>
            </a:lvl1pPr>
          </a:lstStyle>
          <a:p>
            <a:fld id="{C8B0A987-1B9E-4F68-9C0B-D5C702255417}" type="datetime1">
              <a:rPr lang="zh-TW" altLang="en-US" smtClean="0"/>
              <a:pPr/>
              <a:t>2026/9/22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lee One" pitchFamily="2" charset="-120"/>
                <a:ea typeface="Klee One" pitchFamily="2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lee One" pitchFamily="2" charset="-120"/>
                <a:ea typeface="Klee One" pitchFamily="2" charset="-120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lee One" pitchFamily="2" charset="-120"/>
          <a:ea typeface="Klee One" pitchFamily="2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lee One" pitchFamily="2" charset="-120"/>
          <a:ea typeface="Klee One" pitchFamily="2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lee One" pitchFamily="2" charset="-120"/>
          <a:ea typeface="Klee One" pitchFamily="2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lee One" pitchFamily="2" charset="-120"/>
          <a:ea typeface="Klee One" pitchFamily="2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lee One" pitchFamily="2" charset="-120"/>
          <a:ea typeface="Klee One" pitchFamily="2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lee One" pitchFamily="2" charset="-120"/>
          <a:ea typeface="Klee One" pitchFamily="2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22FF9E24-C36D-9DBD-009E-3B99311687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618389" y="1392495"/>
            <a:ext cx="7101901" cy="169277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Lab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System Call </a:t>
            </a:r>
            <a:r>
              <a:rPr lang="en-US" altLang="zh-TW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vs APIs</a:t>
            </a:r>
            <a:endParaRPr kumimoji="0" lang="zh-TW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lee One" pitchFamily="2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A3D71D6-6C5E-52BE-1BCB-A00E1BD44F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&gt;</a:t>
            </a:r>
            <a:endParaRPr lang="zh-TW" sz="14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3C22C5-0AE6-C4DD-FF4E-4294FB8E02E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69224" y="4498426"/>
            <a:ext cx="4684425" cy="1315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sv-SE" altLang="zh-TW" sz="2800" b="1" dirty="0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TA: </a:t>
            </a:r>
            <a:r>
              <a:rPr lang="en-US" altLang="zh-TW" sz="2800" b="1" dirty="0" err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Ruei</a:t>
            </a:r>
            <a:r>
              <a:rPr lang="en-US" altLang="zh-TW" sz="2800" b="1" dirty="0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-Lin Gao</a:t>
            </a:r>
            <a:endParaRPr lang="sv-SE" altLang="zh-TW" sz="2800" b="1" dirty="0">
              <a:solidFill>
                <a:srgbClr val="FFFFFF"/>
              </a:solidFill>
              <a:latin typeface="Klee One" pitchFamily="2" charset="-120"/>
              <a:ea typeface="Klee One" pitchFamily="2" charset="-120"/>
              <a:cs typeface="Klee One" pitchFamily="2" charset="-120"/>
            </a:endParaRPr>
          </a:p>
          <a:p>
            <a:pPr>
              <a:lnSpc>
                <a:spcPct val="150000"/>
              </a:lnSpc>
            </a:pPr>
            <a:r>
              <a:rPr lang="sv-SE" altLang="zh-TW" sz="2800" b="1" dirty="0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Prof.: Hsung-Pin Chang</a:t>
            </a:r>
          </a:p>
        </p:txBody>
      </p:sp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3C22C5-0AE6-C4DD-FF4E-4294FB8E02E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7" y="1359868"/>
            <a:ext cx="10141744" cy="47060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類 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Unix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系統（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Unix-like systems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）是指一系列在設計理念、使用者介面、核心功能等方面與 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Unix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作業系統相似的電腦作業系統。</a:t>
            </a: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常見的類 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Unix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系統包括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:</a:t>
            </a:r>
          </a:p>
          <a:p>
            <a:pPr marL="800100" lvl="1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Linux: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最受歡迎的類 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Unix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系統，有眾多發行版（如 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Ubuntu, Fedora, Debian, CentOS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等），廣泛應用於伺服器、嵌入式系統、個人電腦等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(</a:t>
            </a:r>
            <a:r>
              <a:rPr lang="zh-TW" altLang="en-US" sz="2000" b="1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特別注意</a:t>
            </a:r>
            <a:r>
              <a:rPr lang="en-US" altLang="zh-TW" sz="2000" b="1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:</a:t>
            </a:r>
            <a:r>
              <a:rPr lang="zh-TW" altLang="en-US" sz="2000" b="1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 </a:t>
            </a:r>
            <a:r>
              <a:rPr lang="en-US" altLang="zh-TW" sz="2000" b="1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Linux </a:t>
            </a:r>
            <a:r>
              <a:rPr lang="zh-TW" altLang="en-US" sz="2000" b="1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本身其實指的是 </a:t>
            </a:r>
            <a:r>
              <a:rPr lang="en-US" altLang="zh-TW" sz="2000" b="1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Linux kernel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macOS: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蘋果公司的桌面作業系統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	</a:t>
            </a:r>
          </a:p>
          <a:p>
            <a:pPr marL="800100" lvl="1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BSD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系列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: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包括 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FreeBSD, OpenBSD, NetBSD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等，它們是從原始 </a:t>
            </a:r>
            <a:r>
              <a:rPr lang="en-US" altLang="zh-TW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Unix </a:t>
            </a:r>
            <a:r>
              <a:rPr lang="zh-TW" altLang="en-US" sz="20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程式碼發展而來的。</a:t>
            </a:r>
            <a:endParaRPr lang="en-US" altLang="zh-TW" sz="2000" b="1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4000" b="1">
                <a:solidFill>
                  <a:srgbClr val="FFFFFF"/>
                </a:solidFill>
                <a:cs typeface="Klee One" pitchFamily="2" charset="-120"/>
              </a:rPr>
              <a:t>類</a:t>
            </a:r>
            <a:r>
              <a:rPr lang="en-US" altLang="zh-TW" sz="4000" b="1">
                <a:solidFill>
                  <a:srgbClr val="FFFFFF"/>
                </a:solidFill>
                <a:cs typeface="Klee One" pitchFamily="2" charset="-120"/>
              </a:rPr>
              <a:t>UNIX</a:t>
            </a:r>
            <a:r>
              <a:rPr lang="zh-TW" altLang="en-US" sz="4000" b="1">
                <a:solidFill>
                  <a:srgbClr val="FFFFFF"/>
                </a:solidFill>
                <a:cs typeface="Klee One" pitchFamily="2" charset="-120"/>
              </a:rPr>
              <a:t>系統</a:t>
            </a: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2430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3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4000" b="1">
                <a:solidFill>
                  <a:srgbClr val="FFFFFF"/>
                </a:solidFill>
                <a:cs typeface="Klee One" pitchFamily="2" charset="-120"/>
              </a:rPr>
              <a:t>類</a:t>
            </a:r>
            <a:r>
              <a:rPr lang="en-US" altLang="zh-TW" sz="4000" b="1">
                <a:solidFill>
                  <a:srgbClr val="FFFFFF"/>
                </a:solidFill>
                <a:cs typeface="Klee One" pitchFamily="2" charset="-120"/>
              </a:rPr>
              <a:t>UNIX</a:t>
            </a:r>
            <a:r>
              <a:rPr lang="zh-TW" altLang="en-US" sz="4000" b="1">
                <a:solidFill>
                  <a:srgbClr val="FFFFFF"/>
                </a:solidFill>
                <a:cs typeface="Klee One" pitchFamily="2" charset="-120"/>
              </a:rPr>
              <a:t>系統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6260290-81AA-1CE1-4C88-38632802B068}"/>
              </a:ext>
            </a:extLst>
          </p:cNvPr>
          <p:cNvSpPr txBox="1"/>
          <p:nvPr/>
        </p:nvSpPr>
        <p:spPr>
          <a:xfrm>
            <a:off x="883181" y="1131129"/>
            <a:ext cx="10425637" cy="484158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類</a:t>
            </a:r>
            <a:r>
              <a:rPr lang="en-US" altLang="zh-TW" sz="28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UNIX</a:t>
            </a:r>
            <a:r>
              <a:rPr lang="zh-TW" altLang="en-US" sz="28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系統特色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一切都是檔案：類 </a:t>
            </a: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Unix 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系統把很多東西（像硬碟、終端機、設定、程序）都當作檔案來處理，讓操作方式統一、簡單。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命令列操作（</a:t>
            </a: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CLI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）：可以用文字指令控制系統，指令能組合使用，適合做自動化工作。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多使用者、多工：可以讓多個人同時登入，也能同時跑很多程式，效率高又安全。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行程管理：每個正在執行的程式叫做「</a:t>
            </a: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process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」，系統會分配資源並確保它們正常運作。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Shell 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介面：</a:t>
            </a: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Shell 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是用來輸入指令的工具，像 </a:t>
            </a: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Bash 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或 </a:t>
            </a:r>
            <a:r>
              <a:rPr lang="en-US" altLang="zh-TW" sz="2000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Zsh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，是使用者和系統之間的橋樑。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開放與相容：很多類 </a:t>
            </a: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Unix 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系統（像 </a:t>
            </a: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Linux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、</a:t>
            </a: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FreeBSD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）是開放原始碼的，遵守 </a:t>
            </a:r>
            <a:r>
              <a:rPr lang="en-US" altLang="zh-TW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POSIX </a:t>
            </a:r>
            <a:r>
              <a:rPr lang="zh-TW" altLang="en-US" sz="2000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標準，讓軟體可以在不同系統上運作。</a:t>
            </a:r>
            <a:r>
              <a:rPr lang="zh-TW" altLang="en-US" dirty="0">
                <a:solidFill>
                  <a:schemeClr val="bg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95374458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4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3C22C5-0AE6-C4DD-FF4E-4294FB8E02E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7" y="1359868"/>
            <a:ext cx="10141744" cy="270285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POSIX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（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Portable Operating System Interface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）是一組由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IEEE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制定的標準</a:t>
            </a:r>
            <a:endParaRPr lang="en-US" altLang="zh-TW" sz="2400" b="1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用來規範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UNIX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及類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UNIX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系統對外提供的程式介面與行為</a:t>
            </a:r>
            <a:endParaRPr lang="en-US" altLang="zh-TW" sz="2400" b="1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讓應用程式可以在不同平台（如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macOS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、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BSD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，以及以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Linux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為核心的系統，例如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Ubuntu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、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Debian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、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Red Hat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等）之間更容易移植。</a:t>
            </a:r>
            <a:endParaRPr lang="en-US" altLang="zh-TW" sz="2400" b="1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POSIX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834578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5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POSIX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3BC85E1E-7CB1-8ED1-DDCF-8AAF4A98DC9D}"/>
              </a:ext>
            </a:extLst>
          </p:cNvPr>
          <p:cNvCxnSpPr>
            <a:cxnSpLocks/>
          </p:cNvCxnSpPr>
          <p:nvPr/>
        </p:nvCxnSpPr>
        <p:spPr>
          <a:xfrm flipV="1">
            <a:off x="8923598" y="3392459"/>
            <a:ext cx="2425531" cy="6380"/>
          </a:xfrm>
          <a:prstGeom prst="line">
            <a:avLst/>
          </a:prstGeom>
          <a:ln w="3810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77D4F7C-385A-6ED8-A467-C9722412464F}"/>
              </a:ext>
            </a:extLst>
          </p:cNvPr>
          <p:cNvSpPr txBox="1"/>
          <p:nvPr/>
        </p:nvSpPr>
        <p:spPr>
          <a:xfrm>
            <a:off x="9461085" y="4720757"/>
            <a:ext cx="2763982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>
                <a:solidFill>
                  <a:schemeClr val="bg1"/>
                </a:solidFill>
              </a:rPr>
              <a:t>Kernel space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81F3B53-0246-65F9-0147-06374F668A0F}"/>
              </a:ext>
            </a:extLst>
          </p:cNvPr>
          <p:cNvSpPr txBox="1"/>
          <p:nvPr/>
        </p:nvSpPr>
        <p:spPr>
          <a:xfrm>
            <a:off x="9461085" y="2253302"/>
            <a:ext cx="2763982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>
                <a:solidFill>
                  <a:schemeClr val="bg1"/>
                </a:solidFill>
              </a:rPr>
              <a:t>user space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87AA52-A968-828D-2AA2-B83538E2732C}"/>
              </a:ext>
            </a:extLst>
          </p:cNvPr>
          <p:cNvSpPr/>
          <p:nvPr/>
        </p:nvSpPr>
        <p:spPr>
          <a:xfrm>
            <a:off x="3700797" y="1193497"/>
            <a:ext cx="3751118" cy="475112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1433C72-FCB5-4ED4-01AA-34A5B5404EFC}"/>
              </a:ext>
            </a:extLst>
          </p:cNvPr>
          <p:cNvSpPr txBox="1"/>
          <p:nvPr/>
        </p:nvSpPr>
        <p:spPr>
          <a:xfrm>
            <a:off x="4618759" y="1235957"/>
            <a:ext cx="3751118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b="1">
                <a:solidFill>
                  <a:schemeClr val="bg1"/>
                </a:solidFill>
              </a:rPr>
              <a:t>User application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312F805-8E2D-CB49-FEAD-7D481E97D921}"/>
              </a:ext>
            </a:extLst>
          </p:cNvPr>
          <p:cNvSpPr/>
          <p:nvPr/>
        </p:nvSpPr>
        <p:spPr>
          <a:xfrm>
            <a:off x="5576356" y="2199672"/>
            <a:ext cx="2763982" cy="515288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2AF1158-8CB3-E64D-CE7A-1C3C94BE4A5D}"/>
              </a:ext>
            </a:extLst>
          </p:cNvPr>
          <p:cNvSpPr txBox="1"/>
          <p:nvPr/>
        </p:nvSpPr>
        <p:spPr>
          <a:xfrm>
            <a:off x="6475481" y="2272650"/>
            <a:ext cx="230678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b="1">
                <a:solidFill>
                  <a:schemeClr val="bg1"/>
                </a:solidFill>
              </a:rPr>
              <a:t> </a:t>
            </a:r>
            <a:r>
              <a:rPr lang="en-US" altLang="zh-TW" b="1">
                <a:solidFill>
                  <a:schemeClr val="bg1"/>
                </a:solidFill>
              </a:rPr>
              <a:t>Library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592DAD-8C83-E264-FF43-AF77A1E66A86}"/>
              </a:ext>
            </a:extLst>
          </p:cNvPr>
          <p:cNvSpPr/>
          <p:nvPr/>
        </p:nvSpPr>
        <p:spPr>
          <a:xfrm>
            <a:off x="2606014" y="3994417"/>
            <a:ext cx="6348353" cy="2519378"/>
          </a:xfrm>
          <a:prstGeom prst="rect">
            <a:avLst/>
          </a:prstGeom>
          <a:noFill/>
          <a:ln w="57150">
            <a:solidFill>
              <a:schemeClr val="bg1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0B0A09-6334-E7E1-7166-F96A8DC2D08C}"/>
              </a:ext>
            </a:extLst>
          </p:cNvPr>
          <p:cNvSpPr/>
          <p:nvPr/>
        </p:nvSpPr>
        <p:spPr>
          <a:xfrm flipV="1">
            <a:off x="2636785" y="3152886"/>
            <a:ext cx="6317581" cy="564989"/>
          </a:xfrm>
          <a:prstGeom prst="rect">
            <a:avLst/>
          </a:prstGeom>
          <a:noFill/>
          <a:ln w="57150">
            <a:solidFill>
              <a:schemeClr val="bg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DBCF71D-F7BC-B6B1-3EB2-28DE0970BD7F}"/>
              </a:ext>
            </a:extLst>
          </p:cNvPr>
          <p:cNvSpPr txBox="1"/>
          <p:nvPr/>
        </p:nvSpPr>
        <p:spPr>
          <a:xfrm>
            <a:off x="4567426" y="3249001"/>
            <a:ext cx="242553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b="1">
                <a:solidFill>
                  <a:schemeClr val="bg1"/>
                </a:solidFill>
              </a:rPr>
              <a:t>System call</a:t>
            </a:r>
            <a:r>
              <a:rPr lang="zh-TW" altLang="en-US" b="1">
                <a:solidFill>
                  <a:schemeClr val="bg1"/>
                </a:solidFill>
              </a:rPr>
              <a:t> </a:t>
            </a:r>
            <a:r>
              <a:rPr lang="en-US" altLang="zh-TW" b="1">
                <a:solidFill>
                  <a:schemeClr val="bg1"/>
                </a:solidFill>
              </a:rPr>
              <a:t>interface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6625A4-E2CC-12F7-37B7-F5D4519C2F24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6958347" y="2714960"/>
            <a:ext cx="0" cy="39613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FB1AD52-B897-24B7-896C-B1368A873B0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958347" y="1681090"/>
            <a:ext cx="0" cy="51858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50F20DF1-9082-30FD-9B3B-C846DEB71B8D}"/>
              </a:ext>
            </a:extLst>
          </p:cNvPr>
          <p:cNvCxnSpPr>
            <a:cxnSpLocks/>
          </p:cNvCxnSpPr>
          <p:nvPr/>
        </p:nvCxnSpPr>
        <p:spPr>
          <a:xfrm>
            <a:off x="4397086" y="1692919"/>
            <a:ext cx="0" cy="141818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713CAB38-F92B-BD44-C5A4-87370131B80D}"/>
              </a:ext>
            </a:extLst>
          </p:cNvPr>
          <p:cNvSpPr txBox="1"/>
          <p:nvPr/>
        </p:nvSpPr>
        <p:spPr>
          <a:xfrm>
            <a:off x="4874312" y="5188909"/>
            <a:ext cx="181175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 b="1">
                <a:solidFill>
                  <a:schemeClr val="bg1"/>
                </a:solidFill>
              </a:rPr>
              <a:t>OS</a:t>
            </a:r>
            <a:r>
              <a:rPr lang="zh-TW" altLang="en-US" sz="2400" b="1">
                <a:solidFill>
                  <a:schemeClr val="bg1"/>
                </a:solidFill>
              </a:rPr>
              <a:t> </a:t>
            </a:r>
            <a:r>
              <a:rPr lang="en-US" altLang="zh-TW" sz="2400" b="1">
                <a:solidFill>
                  <a:schemeClr val="bg1"/>
                </a:solidFill>
              </a:rPr>
              <a:t>kernel</a:t>
            </a:r>
            <a:endParaRPr lang="zh-TW" altLang="en-US" sz="2400" b="1" dirty="0">
              <a:solidFill>
                <a:schemeClr val="bg1"/>
              </a:solidFill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6BF4C42-6515-E6CE-F342-B56DD1B1A7BA}"/>
              </a:ext>
            </a:extLst>
          </p:cNvPr>
          <p:cNvCxnSpPr>
            <a:cxnSpLocks/>
          </p:cNvCxnSpPr>
          <p:nvPr/>
        </p:nvCxnSpPr>
        <p:spPr>
          <a:xfrm>
            <a:off x="872836" y="3366839"/>
            <a:ext cx="1763949" cy="0"/>
          </a:xfrm>
          <a:prstGeom prst="line">
            <a:avLst/>
          </a:prstGeom>
          <a:ln w="3810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4424335-840A-A232-E836-86BBAD176B35}"/>
              </a:ext>
            </a:extLst>
          </p:cNvPr>
          <p:cNvCxnSpPr>
            <a:cxnSpLocks/>
          </p:cNvCxnSpPr>
          <p:nvPr/>
        </p:nvCxnSpPr>
        <p:spPr>
          <a:xfrm>
            <a:off x="5657752" y="3717876"/>
            <a:ext cx="0" cy="27654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66870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6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3C22C5-0AE6-C4DD-FF4E-4294FB8E02E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7" y="1359868"/>
            <a:ext cx="10141744" cy="465621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POSIX 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規範內容</a:t>
            </a:r>
            <a:endParaRPr lang="en-US" altLang="zh-TW" sz="2400" b="1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	1. System interfaces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（常見的 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System Call) – OS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要提供應用程          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	    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式使用 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OS 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服務的介面例如：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read()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、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write()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、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fork()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、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wait()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	2. Library(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通常封裝 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system call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，提供更方便的介面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)</a:t>
            </a:r>
          </a:p>
          <a:p>
            <a:pPr marL="1714500" lvl="3" indent="-3429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包含大部分 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C 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Standard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Library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函式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(</a:t>
            </a:r>
            <a:r>
              <a:rPr lang="en-US" altLang="zh-TW" sz="2400" b="1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stdio.h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、</a:t>
            </a:r>
            <a:r>
              <a:rPr lang="en-US" altLang="zh-TW" sz="2400" b="1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stdlib.h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)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</a:t>
            </a:r>
            <a:endParaRPr lang="en-US" altLang="zh-TW" sz="2400" b="1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  <a:p>
            <a:pPr marL="1714500" lvl="3" indent="-3429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擴充系統相關功能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	</a:t>
            </a:r>
          </a:p>
          <a:p>
            <a:pPr lvl="2">
              <a:lnSpc>
                <a:spcPct val="130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3. Shell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和工具</a:t>
            </a:r>
            <a:endParaRPr lang="en-US" altLang="zh-TW" sz="2400" b="1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  <a:p>
            <a:pPr lvl="2">
              <a:lnSpc>
                <a:spcPct val="130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4. </a:t>
            </a:r>
            <a:r>
              <a:rPr lang="zh-TW" altLang="en-US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還有很多</a:t>
            </a:r>
            <a:r>
              <a:rPr lang="en-US" altLang="zh-TW" sz="2400" b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						</a:t>
            </a: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POSIX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59780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7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POSIX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50B53D-642F-D81B-1678-4155AE08A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661011"/>
              </p:ext>
            </p:extLst>
          </p:nvPr>
        </p:nvGraphicFramePr>
        <p:xfrm>
          <a:off x="1444083" y="1517073"/>
          <a:ext cx="9310508" cy="4953903"/>
        </p:xfrm>
        <a:graphic>
          <a:graphicData uri="http://schemas.openxmlformats.org/drawingml/2006/table">
            <a:tbl>
              <a:tblPr firstRow="1" bandRow="1"/>
              <a:tblGrid>
                <a:gridCol w="1959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1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46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>
                          <a:solidFill>
                            <a:schemeClr val="bg1"/>
                          </a:solidFill>
                          <a:latin typeface="Klee One" pitchFamily="2" charset="-120"/>
                          <a:ea typeface="Klee One" pitchFamily="2" charset="-120"/>
                        </a:rPr>
                        <a:t>分類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bg1"/>
                          </a:solidFill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POSIX </a:t>
                      </a:r>
                      <a:r>
                        <a:rPr lang="zh-TW" altLang="en-US" b="1">
                          <a:solidFill>
                            <a:schemeClr val="bg1"/>
                          </a:solidFill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規範下須提供的函式</a:t>
                      </a:r>
                      <a:r>
                        <a:rPr lang="en-US" altLang="zh-TW" b="1">
                          <a:solidFill>
                            <a:schemeClr val="bg1"/>
                          </a:solidFill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(</a:t>
                      </a:r>
                      <a:r>
                        <a:rPr lang="zh-TW" altLang="en-US" b="1">
                          <a:solidFill>
                            <a:schemeClr val="bg1"/>
                          </a:solidFill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只列出這門課會教到的</a:t>
                      </a:r>
                      <a:r>
                        <a:rPr lang="en-US" altLang="zh-TW" b="1">
                          <a:solidFill>
                            <a:schemeClr val="bg1"/>
                          </a:solidFill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)</a:t>
                      </a:r>
                      <a:endParaRPr b="1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  <a:cs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358466"/>
                  </a:ext>
                </a:extLst>
              </a:tr>
              <a:tr h="439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File and</a:t>
                      </a:r>
                      <a:r>
                        <a:rPr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 I/O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o</a:t>
                      </a:r>
                      <a:r>
                        <a:rPr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pen</a:t>
                      </a:r>
                      <a:r>
                        <a:rPr lang="en-US"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(2)</a:t>
                      </a:r>
                      <a:r>
                        <a:rPr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, read</a:t>
                      </a:r>
                      <a:r>
                        <a:rPr lang="en-US"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(0)</a:t>
                      </a:r>
                      <a:r>
                        <a:rPr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, write</a:t>
                      </a:r>
                      <a:r>
                        <a:rPr lang="en-US"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(1)</a:t>
                      </a:r>
                      <a:r>
                        <a:rPr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, clos</a:t>
                      </a:r>
                      <a:r>
                        <a:rPr lang="en-US"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e(3)</a:t>
                      </a:r>
                    </a:p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fopen(), fread(), fwrite(), fclose()</a:t>
                      </a:r>
                      <a:endParaRPr b="1">
                        <a:solidFill>
                          <a:schemeClr val="tx1"/>
                        </a:solidFill>
                        <a:latin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b="1">
                          <a:latin typeface="Klee One" pitchFamily="2" charset="-120"/>
                        </a:rPr>
                        <a:t>Pro</a:t>
                      </a:r>
                      <a:r>
                        <a:rPr lang="en-US" b="1">
                          <a:latin typeface="Klee One" pitchFamily="2" charset="-120"/>
                        </a:rPr>
                        <a:t>cess Control</a:t>
                      </a:r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1">
                          <a:latin typeface="Klee One" pitchFamily="2" charset="-120"/>
                        </a:rPr>
                        <a:t>fork(57), getpid(39), getppid(110), wait(61), exec(59)</a:t>
                      </a:r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4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1">
                          <a:latin typeface="Klee One" pitchFamily="2" charset="-120"/>
                        </a:rPr>
                        <a:t>IPC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b="1">
                          <a:latin typeface="Klee One" pitchFamily="2" charset="-120"/>
                          <a:ea typeface="Klee One" pitchFamily="2" charset="-120"/>
                        </a:rPr>
                        <a:t>mq_open(), mq_close(), mq_unlink(), mq_send(), mq_receive()</a:t>
                      </a:r>
                    </a:p>
                    <a:p>
                      <a:pPr algn="ctr"/>
                      <a:r>
                        <a:rPr lang="en-US" b="1">
                          <a:latin typeface="Klee One" pitchFamily="2" charset="-120"/>
                        </a:rPr>
                        <a:t>shm_open(), mmap(9), ftruncate(77), munmap(11), shm_unlink()</a:t>
                      </a:r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9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1">
                          <a:latin typeface="Klee One" pitchFamily="2" charset="-120"/>
                        </a:rPr>
                        <a:t>Threaed management</a:t>
                      </a:r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1">
                          <a:latin typeface="Klee One" pitchFamily="2" charset="-120"/>
                        </a:rPr>
                        <a:t>pthread_self(), pthread_equal(), pthread_create(), pthread_exit() pthread_join()</a:t>
                      </a:r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9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1">
                          <a:latin typeface="Klee One" pitchFamily="2" charset="-120"/>
                        </a:rPr>
                        <a:t>Socket Programming</a:t>
                      </a:r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b="1">
                          <a:latin typeface="Klee One" pitchFamily="2" charset="-120"/>
                          <a:ea typeface="Klee One" pitchFamily="2" charset="-120"/>
                        </a:rPr>
                        <a:t>socket(41), bind(49), inet_pton(), htons(), recvfrom(45), sendto(44), close(3)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9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b="1">
                          <a:latin typeface="Klee One" pitchFamily="2" charset="-120"/>
                          <a:ea typeface="Klee One" pitchFamily="2" charset="-120"/>
                        </a:rPr>
                        <a:t>Signal</a:t>
                      </a:r>
                      <a:endParaRPr lang="en-US" b="1">
                        <a:latin typeface="Klee One" pitchFamily="2" charset="-120"/>
                      </a:endParaRPr>
                    </a:p>
                    <a:p>
                      <a:pPr algn="ctr"/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1">
                          <a:latin typeface="Klee One" pitchFamily="2" charset="-120"/>
                        </a:rPr>
                        <a:t>kill(62), alarm(37),</a:t>
                      </a:r>
                      <a:r>
                        <a:rPr lang="zh-TW" altLang="en-US" b="1">
                          <a:latin typeface="Klee One" pitchFamily="2" charset="-120"/>
                          <a:ea typeface="Klee One" pitchFamily="2" charset="-120"/>
                        </a:rPr>
                        <a:t> </a:t>
                      </a:r>
                      <a:r>
                        <a:rPr lang="en-US" b="1">
                          <a:latin typeface="Klee One" pitchFamily="2" charset="-120"/>
                        </a:rPr>
                        <a:t>signal(), sigaction(13),</a:t>
                      </a:r>
                      <a:r>
                        <a:rPr lang="zh-TW" altLang="en-US" b="1">
                          <a:latin typeface="Klee One" pitchFamily="2" charset="-120"/>
                          <a:ea typeface="Klee One" pitchFamily="2" charset="-120"/>
                        </a:rPr>
                        <a:t> </a:t>
                      </a:r>
                      <a:r>
                        <a:rPr lang="en-US" b="1">
                          <a:latin typeface="Klee One" pitchFamily="2" charset="-120"/>
                        </a:rPr>
                        <a:t>pause(34)</a:t>
                      </a:r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37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1">
                          <a:latin typeface="Klee One" pitchFamily="2" charset="-120"/>
                        </a:rPr>
                        <a:t>Spin Lock</a:t>
                      </a:r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b="1">
                          <a:latin typeface="Klee One" pitchFamily="2" charset="-120"/>
                          <a:ea typeface="Klee One" pitchFamily="2" charset="-120"/>
                        </a:rPr>
                        <a:t>pthread_spin_init(), pthread_spin_lock(), pthread_spin_unlock(), </a:t>
                      </a:r>
                    </a:p>
                    <a:p>
                      <a:pPr algn="ctr"/>
                      <a:r>
                        <a:rPr lang="en-US" altLang="zh-TW" b="1">
                          <a:latin typeface="Klee One" pitchFamily="2" charset="-120"/>
                          <a:ea typeface="Klee One" pitchFamily="2" charset="-120"/>
                        </a:rPr>
                        <a:t>pthread_spin_trylock(), pthread_spin_destroy()</a:t>
                      </a:r>
                    </a:p>
                    <a:p>
                      <a:pPr algn="ctr"/>
                      <a:endParaRPr b="1">
                        <a:latin typeface="Klee One" pitchFamily="2" charset="-12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1025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8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POSIX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04AEC656-6B14-CFFC-127E-B6D256120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716950"/>
              </p:ext>
            </p:extLst>
          </p:nvPr>
        </p:nvGraphicFramePr>
        <p:xfrm>
          <a:off x="1444083" y="1517073"/>
          <a:ext cx="9303834" cy="1938944"/>
        </p:xfrm>
        <a:graphic>
          <a:graphicData uri="http://schemas.openxmlformats.org/drawingml/2006/table">
            <a:tbl>
              <a:tblPr firstRow="1" bandRow="1"/>
              <a:tblGrid>
                <a:gridCol w="2183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9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46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>
                          <a:solidFill>
                            <a:schemeClr val="bg1"/>
                          </a:solidFill>
                          <a:latin typeface="Klee One" pitchFamily="2" charset="-120"/>
                          <a:ea typeface="Klee One" pitchFamily="2" charset="-120"/>
                        </a:rPr>
                        <a:t>分類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bg1"/>
                          </a:solidFill>
                        </a:rPr>
                        <a:t>POSIX </a:t>
                      </a:r>
                      <a:r>
                        <a:rPr lang="zh-TW" altLang="en-US" b="1">
                          <a:solidFill>
                            <a:schemeClr val="bg1"/>
                          </a:solidFill>
                        </a:rPr>
                        <a:t>規範下須提供的函式</a:t>
                      </a:r>
                      <a:r>
                        <a:rPr lang="en-US" altLang="zh-TW" b="1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zh-TW" altLang="en-US" b="1">
                          <a:solidFill>
                            <a:schemeClr val="bg1"/>
                          </a:solidFill>
                        </a:rPr>
                        <a:t>只列出這門課會教到的</a:t>
                      </a:r>
                      <a:r>
                        <a:rPr lang="en-US" altLang="zh-TW" b="1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358466"/>
                  </a:ext>
                </a:extLst>
              </a:tr>
              <a:tr h="1692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Mutex and Condition Variable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  <a:latin typeface="Klee One" pitchFamily="2" charset="-120"/>
                        </a:rPr>
                        <a:t>pthread_mutex_init(), pthread_mutex_destroy() pthread_mutex_lock(), pthread_mutex_unlock(</a:t>
                      </a:r>
                      <a:r>
                        <a:rPr lang="en-US" altLang="zh-TW" b="0">
                          <a:solidFill>
                            <a:schemeClr val="tx1"/>
                          </a:solidFill>
                          <a:latin typeface="Klee One" pitchFamily="2" charset="-120"/>
                          <a:ea typeface="Klee One" pitchFamily="2" charset="-120"/>
                        </a:rPr>
                        <a:t>)</a:t>
                      </a:r>
                      <a:endParaRPr lang="en-US" b="0">
                        <a:solidFill>
                          <a:schemeClr val="tx1"/>
                        </a:solidFill>
                        <a:latin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>
                          <a:latin typeface="Klee One" pitchFamily="2" charset="-120"/>
                        </a:rPr>
                        <a:t>Semaphore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pt-BR">
                          <a:latin typeface="Klee One" pitchFamily="2" charset="-120"/>
                        </a:rPr>
                        <a:t>sem_init(), sem_destroy(), sem_getvalue(), sem_wait(), sem_post()</a:t>
                      </a:r>
                    </a:p>
                    <a:p>
                      <a:pPr algn="ctr"/>
                      <a:r>
                        <a:rPr lang="pt-BR">
                          <a:latin typeface="Klee One" pitchFamily="2" charset="-120"/>
                        </a:rPr>
                        <a:t>sem_open(), sem_close(), sem_unlink()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73642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9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Strace 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標題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kumimoji="0" lang="zh-TW" sz="6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2F69686-BAE9-ABA8-A9EF-3E95D3210829}"/>
              </a:ext>
            </a:extLst>
          </p:cNvPr>
          <p:cNvSpPr txBox="1"/>
          <p:nvPr/>
        </p:nvSpPr>
        <p:spPr>
          <a:xfrm>
            <a:off x="753135" y="1205981"/>
            <a:ext cx="10685730" cy="58580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攔截並顯示程式呼叫的系統呼叫 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(system calls) 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與訊號 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(signals)</a:t>
            </a:r>
            <a:endParaRPr lang="en-US" altLang="zh-TW" sz="2400" b="1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pic>
        <p:nvPicPr>
          <p:cNvPr id="9" name="圖片 8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CADAE802-C4A8-D853-9900-C282FB9B4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07" y="3247910"/>
            <a:ext cx="4110594" cy="1503303"/>
          </a:xfrm>
          <a:prstGeom prst="rect">
            <a:avLst/>
          </a:prstGeom>
        </p:spPr>
      </p:pic>
      <p:pic>
        <p:nvPicPr>
          <p:cNvPr id="12" name="圖片 11" descr="一張含有 文字, 螢幕擷取畫面, 功能表 的圖片&#10;&#10;AI 產生的內容可能不正確。">
            <a:extLst>
              <a:ext uri="{FF2B5EF4-FFF2-40B4-BE49-F238E27FC236}">
                <a16:creationId xmlns:a16="http://schemas.microsoft.com/office/drawing/2014/main" id="{DA4DFB7E-EBEF-BE07-9A5A-42C817A5A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395" y="2015032"/>
            <a:ext cx="5631522" cy="431316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C20B62C-A9CA-AF90-C130-A1D527F61422}"/>
              </a:ext>
            </a:extLst>
          </p:cNvPr>
          <p:cNvSpPr/>
          <p:nvPr/>
        </p:nvSpPr>
        <p:spPr>
          <a:xfrm>
            <a:off x="9123218" y="2283938"/>
            <a:ext cx="1592181" cy="36887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06801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10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3C22C5-0AE6-C4DD-FF4E-4294FB8E02E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7" y="1359868"/>
            <a:ext cx="10141744" cy="161435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在類 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Unix 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系統中，權限碼 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(permission codes) 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用來控制誰可以讀取 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(read)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、寫入 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(write)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、或執行 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(execute) 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一個檔案或目錄。</a:t>
            </a:r>
            <a:endParaRPr lang="en-US" altLang="zh-TW" sz="2400">
              <a:solidFill>
                <a:schemeClr val="bg1"/>
              </a:solidFill>
              <a:latin typeface="Klee One" pitchFamily="2" charset="-120"/>
              <a:ea typeface="Klee One" pitchFamily="2" charset="-120"/>
              <a:cs typeface="Klee One" pitchFamily="2" charset="-120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ls -l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：以長格式 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(detailed format) 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列出目前目錄中的檔案與目錄。</a:t>
            </a:r>
            <a:endParaRPr lang="en-US" altLang="zh-TW" sz="2400">
              <a:solidFill>
                <a:schemeClr val="bg1"/>
              </a:solidFill>
              <a:latin typeface="Klee One" pitchFamily="2" charset="-120"/>
              <a:ea typeface="Klee One" pitchFamily="2" charset="-120"/>
              <a:cs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Permission Code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pic>
        <p:nvPicPr>
          <p:cNvPr id="7" name="圖片 6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69B6E22B-317A-2E77-4B3B-5DE8C51AF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570" y="3011752"/>
            <a:ext cx="7050865" cy="321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375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11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Permission Code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65" name="Google Shape;206;p6">
            <a:extLst>
              <a:ext uri="{FF2B5EF4-FFF2-40B4-BE49-F238E27FC236}">
                <a16:creationId xmlns:a16="http://schemas.microsoft.com/office/drawing/2014/main" id="{040652B3-14B5-CB89-83B6-846DBC152753}"/>
              </a:ext>
            </a:extLst>
          </p:cNvPr>
          <p:cNvSpPr/>
          <p:nvPr/>
        </p:nvSpPr>
        <p:spPr>
          <a:xfrm>
            <a:off x="1026061" y="1590691"/>
            <a:ext cx="23900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800" b="1" spc="-1" dirty="0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Octal notation</a:t>
            </a:r>
            <a:endParaRPr lang="en-US" sz="2800" spc="-1" dirty="0">
              <a:solidFill>
                <a:srgbClr val="FFFF00"/>
              </a:solidFill>
              <a:latin typeface="Klee One" pitchFamily="2" charset="-120"/>
            </a:endParaRPr>
          </a:p>
        </p:txBody>
      </p:sp>
      <p:sp>
        <p:nvSpPr>
          <p:cNvPr id="67" name="Google Shape;208;p6">
            <a:extLst>
              <a:ext uri="{FF2B5EF4-FFF2-40B4-BE49-F238E27FC236}">
                <a16:creationId xmlns:a16="http://schemas.microsoft.com/office/drawing/2014/main" id="{AADF58E3-513F-A75B-8A1B-4649C52269FF}"/>
              </a:ext>
            </a:extLst>
          </p:cNvPr>
          <p:cNvSpPr/>
          <p:nvPr/>
        </p:nvSpPr>
        <p:spPr>
          <a:xfrm>
            <a:off x="1375261" y="3896640"/>
            <a:ext cx="216936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400" spc="-1" dirty="0">
                <a:solidFill>
                  <a:srgbClr val="00B050"/>
                </a:solidFill>
                <a:latin typeface="Klee One" pitchFamily="2" charset="-120"/>
                <a:ea typeface="Klee One" pitchFamily="2" charset="-120"/>
              </a:rPr>
              <a:t>Three Classes</a:t>
            </a:r>
            <a:endParaRPr lang="en-US" sz="2400" spc="-1" dirty="0">
              <a:solidFill>
                <a:srgbClr val="000000"/>
              </a:solidFill>
              <a:latin typeface="Klee One" pitchFamily="2" charset="-120"/>
            </a:endParaRPr>
          </a:p>
        </p:txBody>
      </p:sp>
      <p:sp>
        <p:nvSpPr>
          <p:cNvPr id="68" name="Google Shape;209;p6">
            <a:extLst>
              <a:ext uri="{FF2B5EF4-FFF2-40B4-BE49-F238E27FC236}">
                <a16:creationId xmlns:a16="http://schemas.microsoft.com/office/drawing/2014/main" id="{BD93C8DB-E30D-C9A6-BBF7-F6C22BF7FA2C}"/>
              </a:ext>
            </a:extLst>
          </p:cNvPr>
          <p:cNvSpPr/>
          <p:nvPr/>
        </p:nvSpPr>
        <p:spPr>
          <a:xfrm>
            <a:off x="881701" y="4833360"/>
            <a:ext cx="369036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400" spc="-1" dirty="0">
                <a:solidFill>
                  <a:srgbClr val="FF0000"/>
                </a:solidFill>
                <a:latin typeface="Klee One" pitchFamily="2" charset="-120"/>
                <a:ea typeface="Klee One" pitchFamily="2" charset="-120"/>
              </a:rPr>
              <a:t>To indicate what type it is</a:t>
            </a:r>
            <a:endParaRPr lang="en-US" sz="2400" spc="-1" dirty="0">
              <a:solidFill>
                <a:srgbClr val="000000"/>
              </a:solidFill>
              <a:latin typeface="Klee One" pitchFamily="2" charset="-120"/>
            </a:endParaRPr>
          </a:p>
          <a:p>
            <a:pPr marL="216000" indent="-152280">
              <a:buClr>
                <a:srgbClr val="FF0000"/>
              </a:buClr>
              <a:buFont typeface="Arial"/>
              <a:buChar char="-"/>
              <a:tabLst>
                <a:tab pos="0" algn="l"/>
              </a:tabLst>
            </a:pPr>
            <a:r>
              <a:rPr lang="en-US" sz="2400" spc="-1" dirty="0">
                <a:solidFill>
                  <a:srgbClr val="FF0000"/>
                </a:solidFill>
                <a:latin typeface="Klee One" pitchFamily="2" charset="-120"/>
                <a:ea typeface="Klee One" pitchFamily="2" charset="-120"/>
              </a:rPr>
              <a:t> : not a directory</a:t>
            </a:r>
            <a:endParaRPr lang="en-US" sz="2400" spc="-1" dirty="0">
              <a:solidFill>
                <a:srgbClr val="000000"/>
              </a:solidFill>
              <a:latin typeface="Klee One" pitchFamily="2" charset="-120"/>
            </a:endParaRPr>
          </a:p>
          <a:p>
            <a:pPr>
              <a:tabLst>
                <a:tab pos="0" algn="l"/>
              </a:tabLst>
            </a:pPr>
            <a:r>
              <a:rPr lang="en-US" sz="2400" spc="-1" dirty="0">
                <a:solidFill>
                  <a:srgbClr val="FF0000"/>
                </a:solidFill>
                <a:latin typeface="Klee One" pitchFamily="2" charset="-120"/>
                <a:ea typeface="Klee One" pitchFamily="2" charset="-120"/>
              </a:rPr>
              <a:t>d: directory</a:t>
            </a:r>
            <a:endParaRPr lang="en-US" sz="2400" spc="-1" dirty="0">
              <a:solidFill>
                <a:srgbClr val="000000"/>
              </a:solidFill>
              <a:latin typeface="Klee One" pitchFamily="2" charset="-120"/>
            </a:endParaRPr>
          </a:p>
        </p:txBody>
      </p:sp>
      <p:cxnSp>
        <p:nvCxnSpPr>
          <p:cNvPr id="69" name="Google Shape;210;p6">
            <a:extLst>
              <a:ext uri="{FF2B5EF4-FFF2-40B4-BE49-F238E27FC236}">
                <a16:creationId xmlns:a16="http://schemas.microsoft.com/office/drawing/2014/main" id="{D265C5E3-A96F-7F08-D030-A0BE021E6569}"/>
              </a:ext>
            </a:extLst>
          </p:cNvPr>
          <p:cNvCxnSpPr/>
          <p:nvPr/>
        </p:nvCxnSpPr>
        <p:spPr>
          <a:xfrm flipH="1">
            <a:off x="1026061" y="3618719"/>
            <a:ext cx="10080" cy="1143720"/>
          </a:xfrm>
          <a:prstGeom prst="straightConnector1">
            <a:avLst/>
          </a:prstGeom>
          <a:ln w="25400">
            <a:solidFill>
              <a:srgbClr val="FF0000"/>
            </a:solidFill>
            <a:miter/>
            <a:tailEnd type="stealth" w="med" len="med"/>
          </a:ln>
        </p:spPr>
      </p:cxnSp>
      <p:cxnSp>
        <p:nvCxnSpPr>
          <p:cNvPr id="71" name="Google Shape;212;p6">
            <a:extLst>
              <a:ext uri="{FF2B5EF4-FFF2-40B4-BE49-F238E27FC236}">
                <a16:creationId xmlns:a16="http://schemas.microsoft.com/office/drawing/2014/main" id="{DBA6ECCD-6C90-5A04-9763-EC2965DAA8FC}"/>
              </a:ext>
            </a:extLst>
          </p:cNvPr>
          <p:cNvCxnSpPr/>
          <p:nvPr/>
        </p:nvCxnSpPr>
        <p:spPr>
          <a:xfrm>
            <a:off x="1264021" y="3537719"/>
            <a:ext cx="839160" cy="720"/>
          </a:xfrm>
          <a:prstGeom prst="straightConnector1">
            <a:avLst/>
          </a:prstGeom>
          <a:ln w="25400">
            <a:solidFill>
              <a:srgbClr val="00B050"/>
            </a:solidFill>
            <a:miter/>
          </a:ln>
        </p:spPr>
      </p:cxnSp>
      <p:cxnSp>
        <p:nvCxnSpPr>
          <p:cNvPr id="72" name="Google Shape;213;p6">
            <a:extLst>
              <a:ext uri="{FF2B5EF4-FFF2-40B4-BE49-F238E27FC236}">
                <a16:creationId xmlns:a16="http://schemas.microsoft.com/office/drawing/2014/main" id="{87C62C5C-6D7B-732C-F621-8DA4C864CA58}"/>
              </a:ext>
            </a:extLst>
          </p:cNvPr>
          <p:cNvCxnSpPr/>
          <p:nvPr/>
        </p:nvCxnSpPr>
        <p:spPr>
          <a:xfrm>
            <a:off x="2178421" y="3537719"/>
            <a:ext cx="839160" cy="720"/>
          </a:xfrm>
          <a:prstGeom prst="straightConnector1">
            <a:avLst/>
          </a:prstGeom>
          <a:ln w="25400">
            <a:solidFill>
              <a:srgbClr val="00B050"/>
            </a:solidFill>
            <a:miter/>
          </a:ln>
        </p:spPr>
      </p:cxnSp>
      <p:cxnSp>
        <p:nvCxnSpPr>
          <p:cNvPr id="73" name="Google Shape;214;p6">
            <a:extLst>
              <a:ext uri="{FF2B5EF4-FFF2-40B4-BE49-F238E27FC236}">
                <a16:creationId xmlns:a16="http://schemas.microsoft.com/office/drawing/2014/main" id="{08A42422-FA32-241E-E7D6-4780B0029B3D}"/>
              </a:ext>
            </a:extLst>
          </p:cNvPr>
          <p:cNvCxnSpPr/>
          <p:nvPr/>
        </p:nvCxnSpPr>
        <p:spPr>
          <a:xfrm>
            <a:off x="3092821" y="3537719"/>
            <a:ext cx="839160" cy="720"/>
          </a:xfrm>
          <a:prstGeom prst="straightConnector1">
            <a:avLst/>
          </a:prstGeom>
          <a:ln w="25400">
            <a:solidFill>
              <a:srgbClr val="00B050"/>
            </a:solidFill>
            <a:miter/>
          </a:ln>
        </p:spPr>
      </p:cxnSp>
      <p:sp>
        <p:nvSpPr>
          <p:cNvPr id="74" name="Google Shape;215;p6">
            <a:extLst>
              <a:ext uri="{FF2B5EF4-FFF2-40B4-BE49-F238E27FC236}">
                <a16:creationId xmlns:a16="http://schemas.microsoft.com/office/drawing/2014/main" id="{B98F4A38-3E8A-DFC1-EBB9-39C6D0E4775F}"/>
              </a:ext>
            </a:extLst>
          </p:cNvPr>
          <p:cNvSpPr/>
          <p:nvPr/>
        </p:nvSpPr>
        <p:spPr>
          <a:xfrm>
            <a:off x="1234259" y="3538079"/>
            <a:ext cx="9594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altLang="zh-TW" b="1" spc="-1" dirty="0">
                <a:solidFill>
                  <a:srgbClr val="00B050"/>
                </a:solidFill>
                <a:latin typeface="Klee One" pitchFamily="2" charset="-120"/>
                <a:ea typeface="Klee One" pitchFamily="2" charset="-120"/>
              </a:rPr>
              <a:t>Own</a:t>
            </a:r>
            <a:r>
              <a:rPr lang="en-US" b="1" spc="-1" dirty="0">
                <a:solidFill>
                  <a:srgbClr val="00B050"/>
                </a:solidFill>
                <a:latin typeface="Klee One" pitchFamily="2" charset="-120"/>
                <a:ea typeface="Klee One" pitchFamily="2" charset="-120"/>
              </a:rPr>
              <a:t>er</a:t>
            </a:r>
            <a:endParaRPr lang="en-US" spc="-1" dirty="0">
              <a:solidFill>
                <a:srgbClr val="000000"/>
              </a:solidFill>
              <a:latin typeface="Klee One" pitchFamily="2" charset="-120"/>
            </a:endParaRPr>
          </a:p>
        </p:txBody>
      </p:sp>
      <p:sp>
        <p:nvSpPr>
          <p:cNvPr id="75" name="Google Shape;216;p6">
            <a:extLst>
              <a:ext uri="{FF2B5EF4-FFF2-40B4-BE49-F238E27FC236}">
                <a16:creationId xmlns:a16="http://schemas.microsoft.com/office/drawing/2014/main" id="{EC9AB99B-6B1D-8BDE-AE44-CC902843BD5B}"/>
              </a:ext>
            </a:extLst>
          </p:cNvPr>
          <p:cNvSpPr/>
          <p:nvPr/>
        </p:nvSpPr>
        <p:spPr>
          <a:xfrm>
            <a:off x="2164381" y="3538079"/>
            <a:ext cx="8769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b="1" spc="-1">
                <a:solidFill>
                  <a:srgbClr val="00B050"/>
                </a:solidFill>
                <a:latin typeface="Klee One" pitchFamily="2" charset="-120"/>
                <a:ea typeface="Klee One" pitchFamily="2" charset="-120"/>
              </a:rPr>
              <a:t>Group</a:t>
            </a:r>
            <a:endParaRPr lang="en-US" spc="-1">
              <a:solidFill>
                <a:srgbClr val="000000"/>
              </a:solidFill>
              <a:latin typeface="Klee One" pitchFamily="2" charset="-120"/>
            </a:endParaRPr>
          </a:p>
        </p:txBody>
      </p:sp>
      <p:cxnSp>
        <p:nvCxnSpPr>
          <p:cNvPr id="76" name="Google Shape;217;p6">
            <a:extLst>
              <a:ext uri="{FF2B5EF4-FFF2-40B4-BE49-F238E27FC236}">
                <a16:creationId xmlns:a16="http://schemas.microsoft.com/office/drawing/2014/main" id="{2264E7A3-D74A-B59B-0501-A8987E58620B}"/>
              </a:ext>
            </a:extLst>
          </p:cNvPr>
          <p:cNvCxnSpPr/>
          <p:nvPr/>
        </p:nvCxnSpPr>
        <p:spPr>
          <a:xfrm>
            <a:off x="881701" y="3537719"/>
            <a:ext cx="305280" cy="720"/>
          </a:xfrm>
          <a:prstGeom prst="straightConnector1">
            <a:avLst/>
          </a:prstGeom>
          <a:ln w="25400">
            <a:solidFill>
              <a:srgbClr val="FF0000"/>
            </a:solidFill>
            <a:miter/>
          </a:ln>
        </p:spPr>
      </p:cxnSp>
      <p:sp>
        <p:nvSpPr>
          <p:cNvPr id="77" name="Google Shape;218;p6">
            <a:extLst>
              <a:ext uri="{FF2B5EF4-FFF2-40B4-BE49-F238E27FC236}">
                <a16:creationId xmlns:a16="http://schemas.microsoft.com/office/drawing/2014/main" id="{7EC23DE6-3237-D5B5-1F19-8BC0AF2BF325}"/>
              </a:ext>
            </a:extLst>
          </p:cNvPr>
          <p:cNvSpPr/>
          <p:nvPr/>
        </p:nvSpPr>
        <p:spPr>
          <a:xfrm>
            <a:off x="3113701" y="3538079"/>
            <a:ext cx="7995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b="1" spc="-1">
                <a:solidFill>
                  <a:srgbClr val="00B050"/>
                </a:solidFill>
                <a:latin typeface="Klee One" pitchFamily="2" charset="-120"/>
                <a:ea typeface="Klee One" pitchFamily="2" charset="-120"/>
              </a:rPr>
              <a:t>Other</a:t>
            </a:r>
            <a:endParaRPr lang="en-US" spc="-1">
              <a:solidFill>
                <a:srgbClr val="000000"/>
              </a:solidFill>
              <a:latin typeface="Klee One" pitchFamily="2" charset="-12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CC5E0D2-D69C-F18E-2642-9C3433F8F0B0}"/>
              </a:ext>
            </a:extLst>
          </p:cNvPr>
          <p:cNvSpPr/>
          <p:nvPr/>
        </p:nvSpPr>
        <p:spPr>
          <a:xfrm>
            <a:off x="881701" y="3003463"/>
            <a:ext cx="10963458" cy="42553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6" name="Google Shape;217;p6">
            <a:extLst>
              <a:ext uri="{FF2B5EF4-FFF2-40B4-BE49-F238E27FC236}">
                <a16:creationId xmlns:a16="http://schemas.microsoft.com/office/drawing/2014/main" id="{A4F925CE-9330-73EF-453A-2106FD3B871A}"/>
              </a:ext>
            </a:extLst>
          </p:cNvPr>
          <p:cNvCxnSpPr>
            <a:cxnSpLocks/>
          </p:cNvCxnSpPr>
          <p:nvPr/>
        </p:nvCxnSpPr>
        <p:spPr>
          <a:xfrm>
            <a:off x="6631733" y="3540237"/>
            <a:ext cx="1032612" cy="0"/>
          </a:xfrm>
          <a:prstGeom prst="straightConnector1">
            <a:avLst/>
          </a:prstGeom>
          <a:ln w="25400">
            <a:solidFill>
              <a:srgbClr val="FF0000"/>
            </a:solidFill>
            <a:miter/>
          </a:ln>
        </p:spPr>
      </p:cxnSp>
      <p:sp>
        <p:nvSpPr>
          <p:cNvPr id="87" name="Google Shape;209;p6">
            <a:extLst>
              <a:ext uri="{FF2B5EF4-FFF2-40B4-BE49-F238E27FC236}">
                <a16:creationId xmlns:a16="http://schemas.microsoft.com/office/drawing/2014/main" id="{A64D9689-AA60-B4A9-0C88-5B71CC717832}"/>
              </a:ext>
            </a:extLst>
          </p:cNvPr>
          <p:cNvSpPr/>
          <p:nvPr/>
        </p:nvSpPr>
        <p:spPr>
          <a:xfrm>
            <a:off x="6536952" y="3564448"/>
            <a:ext cx="130147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spc="-1" dirty="0">
                <a:solidFill>
                  <a:srgbClr val="FF0000"/>
                </a:solidFill>
                <a:latin typeface="Klee One" pitchFamily="2" charset="-120"/>
                <a:ea typeface="Klee One" pitchFamily="2" charset="-120"/>
              </a:rPr>
              <a:t>File size</a:t>
            </a:r>
            <a:endParaRPr lang="en-US" sz="2000" spc="-1" dirty="0">
              <a:solidFill>
                <a:srgbClr val="000000"/>
              </a:solidFill>
              <a:latin typeface="Klee One" pitchFamily="2" charset="-120"/>
            </a:endParaRPr>
          </a:p>
        </p:txBody>
      </p:sp>
      <p:cxnSp>
        <p:nvCxnSpPr>
          <p:cNvPr id="88" name="Google Shape;217;p6">
            <a:extLst>
              <a:ext uri="{FF2B5EF4-FFF2-40B4-BE49-F238E27FC236}">
                <a16:creationId xmlns:a16="http://schemas.microsoft.com/office/drawing/2014/main" id="{59851BE0-9890-B524-2400-756236390426}"/>
              </a:ext>
            </a:extLst>
          </p:cNvPr>
          <p:cNvCxnSpPr>
            <a:cxnSpLocks/>
          </p:cNvCxnSpPr>
          <p:nvPr/>
        </p:nvCxnSpPr>
        <p:spPr>
          <a:xfrm>
            <a:off x="7798676" y="3531489"/>
            <a:ext cx="3018063" cy="0"/>
          </a:xfrm>
          <a:prstGeom prst="straightConnector1">
            <a:avLst/>
          </a:prstGeom>
          <a:ln w="25400">
            <a:solidFill>
              <a:srgbClr val="FF0000"/>
            </a:solidFill>
            <a:miter/>
          </a:ln>
        </p:spPr>
      </p:cxnSp>
      <p:sp>
        <p:nvSpPr>
          <p:cNvPr id="89" name="Google Shape;209;p6">
            <a:extLst>
              <a:ext uri="{FF2B5EF4-FFF2-40B4-BE49-F238E27FC236}">
                <a16:creationId xmlns:a16="http://schemas.microsoft.com/office/drawing/2014/main" id="{DA784CA1-1EF9-97ED-7A0C-635330C0EB62}"/>
              </a:ext>
            </a:extLst>
          </p:cNvPr>
          <p:cNvSpPr/>
          <p:nvPr/>
        </p:nvSpPr>
        <p:spPr>
          <a:xfrm>
            <a:off x="8132986" y="3564449"/>
            <a:ext cx="2302711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spc="-1" dirty="0">
                <a:solidFill>
                  <a:srgbClr val="FF0000"/>
                </a:solidFill>
                <a:latin typeface="Klee One" pitchFamily="2" charset="-120"/>
                <a:ea typeface="Klee One" pitchFamily="2" charset="-120"/>
              </a:rPr>
              <a:t>Last review time</a:t>
            </a:r>
            <a:endParaRPr lang="en-US" sz="2000" spc="-1" dirty="0">
              <a:solidFill>
                <a:srgbClr val="000000"/>
              </a:solidFill>
              <a:latin typeface="Klee One" pitchFamily="2" charset="-120"/>
            </a:endParaRPr>
          </a:p>
        </p:txBody>
      </p:sp>
      <p:cxnSp>
        <p:nvCxnSpPr>
          <p:cNvPr id="90" name="Google Shape;217;p6">
            <a:extLst>
              <a:ext uri="{FF2B5EF4-FFF2-40B4-BE49-F238E27FC236}">
                <a16:creationId xmlns:a16="http://schemas.microsoft.com/office/drawing/2014/main" id="{4568552B-C82E-ADC9-0B4C-C51A4E2B20BD}"/>
              </a:ext>
            </a:extLst>
          </p:cNvPr>
          <p:cNvCxnSpPr>
            <a:cxnSpLocks/>
          </p:cNvCxnSpPr>
          <p:nvPr/>
        </p:nvCxnSpPr>
        <p:spPr>
          <a:xfrm>
            <a:off x="11075401" y="3531489"/>
            <a:ext cx="683397" cy="0"/>
          </a:xfrm>
          <a:prstGeom prst="straightConnector1">
            <a:avLst/>
          </a:prstGeom>
          <a:ln w="25400">
            <a:solidFill>
              <a:srgbClr val="FF0000"/>
            </a:solidFill>
            <a:miter/>
          </a:ln>
        </p:spPr>
      </p:cxnSp>
      <p:sp>
        <p:nvSpPr>
          <p:cNvPr id="91" name="Google Shape;209;p6">
            <a:extLst>
              <a:ext uri="{FF2B5EF4-FFF2-40B4-BE49-F238E27FC236}">
                <a16:creationId xmlns:a16="http://schemas.microsoft.com/office/drawing/2014/main" id="{20C3F75F-80E5-C345-F4A1-03B41767F5F1}"/>
              </a:ext>
            </a:extLst>
          </p:cNvPr>
          <p:cNvSpPr/>
          <p:nvPr/>
        </p:nvSpPr>
        <p:spPr>
          <a:xfrm>
            <a:off x="10816739" y="3607750"/>
            <a:ext cx="130147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spc="-1" dirty="0">
                <a:solidFill>
                  <a:srgbClr val="FF0000"/>
                </a:solidFill>
                <a:latin typeface="Klee One" pitchFamily="2" charset="-120"/>
                <a:ea typeface="Klee One" pitchFamily="2" charset="-120"/>
              </a:rPr>
              <a:t>File path</a:t>
            </a:r>
            <a:endParaRPr lang="en-US" sz="2000" spc="-1" dirty="0">
              <a:solidFill>
                <a:srgbClr val="000000"/>
              </a:solidFill>
              <a:latin typeface="Klee One" pitchFamily="2" charset="-120"/>
            </a:endParaRPr>
          </a:p>
        </p:txBody>
      </p:sp>
      <p:sp>
        <p:nvSpPr>
          <p:cNvPr id="92" name="Google Shape;207;p6">
            <a:extLst>
              <a:ext uri="{FF2B5EF4-FFF2-40B4-BE49-F238E27FC236}">
                <a16:creationId xmlns:a16="http://schemas.microsoft.com/office/drawing/2014/main" id="{1A13D9C2-D15D-AE30-B900-E2DDF9446192}"/>
              </a:ext>
            </a:extLst>
          </p:cNvPr>
          <p:cNvSpPr/>
          <p:nvPr/>
        </p:nvSpPr>
        <p:spPr>
          <a:xfrm>
            <a:off x="889002" y="2503261"/>
            <a:ext cx="1129590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800" b="1" spc="-1">
                <a:solidFill>
                  <a:srgbClr val="6B6BCF"/>
                </a:solidFill>
                <a:latin typeface="Klee One" pitchFamily="2" charset="-120"/>
                <a:ea typeface="Klee One" pitchFamily="2" charset="-120"/>
              </a:rPr>
              <a:t>  </a:t>
            </a:r>
            <a:r>
              <a:rPr lang="en-US" sz="2800" b="1" spc="-1">
                <a:solidFill>
                  <a:srgbClr val="00B0F0"/>
                </a:solidFill>
                <a:latin typeface="Klee One" pitchFamily="2" charset="-120"/>
                <a:ea typeface="Klee One" pitchFamily="2" charset="-120"/>
              </a:rPr>
              <a:t>4 </a:t>
            </a:r>
            <a:r>
              <a:rPr lang="en-US" sz="2800" b="1" spc="-1" dirty="0">
                <a:solidFill>
                  <a:srgbClr val="00B0F0"/>
                </a:solidFill>
                <a:latin typeface="Klee One" pitchFamily="2" charset="-120"/>
                <a:ea typeface="Klee One" pitchFamily="2" charset="-120"/>
              </a:rPr>
              <a:t>2 1 </a:t>
            </a:r>
            <a:r>
              <a:rPr lang="en-US" sz="2800" b="1" spc="-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4 2 1 4 2 1 </a:t>
            </a:r>
            <a:r>
              <a:rPr lang="en-US" sz="2800" b="1" spc="-1" dirty="0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=</a:t>
            </a:r>
            <a:r>
              <a:rPr lang="en-US" sz="2800" b="1" spc="-1" dirty="0">
                <a:solidFill>
                  <a:srgbClr val="6B6BCF"/>
                </a:solidFill>
                <a:latin typeface="Klee One" pitchFamily="2" charset="-120"/>
                <a:ea typeface="Klee One" pitchFamily="2" charset="-120"/>
              </a:rPr>
              <a:t> </a:t>
            </a:r>
            <a:r>
              <a:rPr lang="en-US" sz="2800" b="1" spc="-1" dirty="0">
                <a:solidFill>
                  <a:srgbClr val="00B0F0"/>
                </a:solidFill>
                <a:latin typeface="Klee One" pitchFamily="2" charset="-120"/>
                <a:ea typeface="Klee One" pitchFamily="2" charset="-120"/>
              </a:rPr>
              <a:t>7</a:t>
            </a:r>
            <a:r>
              <a:rPr lang="en-US" sz="2800" b="1" spc="-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55</a:t>
            </a:r>
            <a:endParaRPr lang="en-US" sz="2800" spc="-1" dirty="0">
              <a:solidFill>
                <a:schemeClr val="bg1"/>
              </a:solidFill>
              <a:latin typeface="Klee One" pitchFamily="2" charset="-120"/>
            </a:endParaRPr>
          </a:p>
          <a:p>
            <a:pPr>
              <a:tabLst>
                <a:tab pos="0" algn="l"/>
              </a:tabLst>
            </a:pPr>
            <a:r>
              <a:rPr lang="en-US" sz="2800" b="1" spc="-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d</a:t>
            </a:r>
            <a:r>
              <a:rPr lang="en-US" sz="2800" b="1" spc="-1" dirty="0">
                <a:solidFill>
                  <a:schemeClr val="dk1"/>
                </a:solidFill>
                <a:latin typeface="Klee One" pitchFamily="2" charset="-120"/>
                <a:ea typeface="Klee One" pitchFamily="2" charset="-120"/>
              </a:rPr>
              <a:t> </a:t>
            </a:r>
            <a:r>
              <a:rPr lang="en-US" sz="2800" b="1" spc="-1" dirty="0">
                <a:solidFill>
                  <a:srgbClr val="00B0F0"/>
                </a:solidFill>
                <a:latin typeface="Klee One" pitchFamily="2" charset="-120"/>
                <a:ea typeface="Klee One" pitchFamily="2" charset="-120"/>
              </a:rPr>
              <a:t>r w x </a:t>
            </a:r>
            <a:r>
              <a:rPr lang="en-US" sz="2800" b="1" spc="-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r w x r w x  2  root  root  bytes  month  date  </a:t>
            </a:r>
            <a:r>
              <a:rPr lang="en-US" sz="2800" b="1" spc="-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year  path</a:t>
            </a:r>
            <a:endParaRPr lang="en-US" sz="2800" spc="-1" dirty="0">
              <a:solidFill>
                <a:schemeClr val="bg1"/>
              </a:solidFill>
              <a:latin typeface="Klee One" pitchFamily="2" charset="-12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437B18C0-11B7-A092-7AE2-06C8D93D5A35}"/>
              </a:ext>
            </a:extLst>
          </p:cNvPr>
          <p:cNvSpPr txBox="1"/>
          <p:nvPr/>
        </p:nvSpPr>
        <p:spPr>
          <a:xfrm>
            <a:off x="6631733" y="1311619"/>
            <a:ext cx="4239491" cy="120032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>
                <a:solidFill>
                  <a:schemeClr val="bg1"/>
                </a:solidFill>
              </a:rPr>
              <a:t>r (read) -&gt;  </a:t>
            </a:r>
            <a:r>
              <a:rPr lang="zh-TW" altLang="en-US" sz="2400">
                <a:solidFill>
                  <a:schemeClr val="bg1"/>
                </a:solidFill>
              </a:rPr>
              <a:t>可讀取檔案</a:t>
            </a:r>
            <a:endParaRPr lang="en-US" altLang="zh-TW" sz="2400">
              <a:solidFill>
                <a:schemeClr val="bg1"/>
              </a:solidFill>
            </a:endParaRPr>
          </a:p>
          <a:p>
            <a:pPr algn="l"/>
            <a:r>
              <a:rPr lang="en-US" altLang="zh-TW" sz="2400">
                <a:solidFill>
                  <a:schemeClr val="bg1"/>
                </a:solidFill>
              </a:rPr>
              <a:t>w (write) -&gt; </a:t>
            </a:r>
            <a:r>
              <a:rPr lang="zh-TW" altLang="en-US" sz="2400">
                <a:solidFill>
                  <a:schemeClr val="bg1"/>
                </a:solidFill>
              </a:rPr>
              <a:t>可修改檔案內容</a:t>
            </a:r>
            <a:endParaRPr lang="en-US" altLang="zh-TW" sz="2400">
              <a:solidFill>
                <a:schemeClr val="bg1"/>
              </a:solidFill>
            </a:endParaRPr>
          </a:p>
          <a:p>
            <a:pPr algn="l"/>
            <a:r>
              <a:rPr lang="en-US" altLang="zh-TW" sz="2400">
                <a:solidFill>
                  <a:schemeClr val="bg1"/>
                </a:solidFill>
              </a:rPr>
              <a:t>x  (execute) -&gt; </a:t>
            </a:r>
            <a:r>
              <a:rPr lang="zh-TW" altLang="en-US" sz="2400">
                <a:solidFill>
                  <a:schemeClr val="bg1"/>
                </a:solidFill>
              </a:rPr>
              <a:t>可執行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8454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12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Permission Code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pic>
        <p:nvPicPr>
          <p:cNvPr id="6" name="圖片 5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C68D6594-A871-414A-90F5-B5634DC36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90" y="1491064"/>
            <a:ext cx="8826201" cy="1278756"/>
          </a:xfrm>
          <a:prstGeom prst="rect">
            <a:avLst/>
          </a:prstGeom>
        </p:spPr>
      </p:pic>
      <p:pic>
        <p:nvPicPr>
          <p:cNvPr id="9" name="圖片 8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83FD0FAE-3219-A617-85C0-7A1BC9592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17" y="4266384"/>
            <a:ext cx="8832856" cy="1440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DF1142F-527C-377A-F6BD-A3E4524DD9FF}"/>
              </a:ext>
            </a:extLst>
          </p:cNvPr>
          <p:cNvSpPr txBox="1"/>
          <p:nvPr/>
        </p:nvSpPr>
        <p:spPr>
          <a:xfrm>
            <a:off x="2533131" y="3420547"/>
            <a:ext cx="701125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2400" dirty="0">
                <a:solidFill>
                  <a:schemeClr val="bg1"/>
                </a:solidFill>
              </a:rPr>
              <a:t>檔案擁有者權限 </a:t>
            </a:r>
            <a:r>
              <a:rPr lang="en-US" altLang="zh-TW" sz="2400" dirty="0">
                <a:solidFill>
                  <a:schemeClr val="bg1"/>
                </a:solidFill>
              </a:rPr>
              <a:t> -&gt; </a:t>
            </a:r>
            <a:r>
              <a:rPr lang="zh-TW" altLang="en-US" sz="2400" dirty="0">
                <a:solidFill>
                  <a:schemeClr val="bg1"/>
                </a:solidFill>
              </a:rPr>
              <a:t>只寫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7B32E5-B066-8EA4-D7D9-33C395F327D5}"/>
              </a:ext>
            </a:extLst>
          </p:cNvPr>
          <p:cNvSpPr/>
          <p:nvPr/>
        </p:nvSpPr>
        <p:spPr>
          <a:xfrm>
            <a:off x="7055427" y="4266384"/>
            <a:ext cx="2992582" cy="3056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E67AA09-F3B7-FE9F-C3BC-3926BB5BC89B}"/>
              </a:ext>
            </a:extLst>
          </p:cNvPr>
          <p:cNvCxnSpPr>
            <a:cxnSpLocks/>
          </p:cNvCxnSpPr>
          <p:nvPr/>
        </p:nvCxnSpPr>
        <p:spPr>
          <a:xfrm flipH="1" flipV="1">
            <a:off x="5950527" y="3739940"/>
            <a:ext cx="1104900" cy="4219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44705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13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system call I/O interface(1/4)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3BBE36CF-649A-717E-9D9E-3636D07C53E6}"/>
              </a:ext>
            </a:extLst>
          </p:cNvPr>
          <p:cNvSpPr txBox="1">
            <a:spLocks/>
          </p:cNvSpPr>
          <p:nvPr/>
        </p:nvSpPr>
        <p:spPr bwMode="auto">
          <a:xfrm>
            <a:off x="854907" y="964397"/>
            <a:ext cx="10972800" cy="4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TW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open()</a:t>
            </a:r>
            <a:endParaRPr kumimoji="1" lang="zh-TW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tabLst/>
              <a:defRPr/>
            </a:pPr>
            <a:r>
              <a:rPr lang="en-US" altLang="zh-TW" kern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  </a:t>
            </a:r>
            <a:endParaRPr kumimoji="1" lang="zh-TW" altLang="en-US" sz="18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5B39E6-B697-291A-377E-6D56E6163CF5}"/>
              </a:ext>
            </a:extLst>
          </p:cNvPr>
          <p:cNvSpPr/>
          <p:nvPr/>
        </p:nvSpPr>
        <p:spPr>
          <a:xfrm>
            <a:off x="1154559" y="1379814"/>
            <a:ext cx="9667782" cy="707886"/>
          </a:xfrm>
          <a:prstGeom prst="rect">
            <a:avLst/>
          </a:prstGeom>
          <a:noFill/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#include &lt;unistd.h&gt; //Declares system calls like open(), read(), write(), close()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#include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&lt;</a:t>
            </a:r>
            <a:r>
              <a:rPr kumimoji="1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fcntl.</a:t>
            </a:r>
            <a:r>
              <a:rPr kumimoji="1" lang="en-US" altLang="zh-TW" sz="18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h</a:t>
            </a: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&gt; //Define flags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A2D8A6-5819-7BA3-ED08-2B761C0696F0}"/>
              </a:ext>
            </a:extLst>
          </p:cNvPr>
          <p:cNvSpPr/>
          <p:nvPr/>
        </p:nvSpPr>
        <p:spPr>
          <a:xfrm>
            <a:off x="1154555" y="2261533"/>
            <a:ext cx="9667782" cy="635154"/>
          </a:xfrm>
          <a:prstGeom prst="rect">
            <a:avLst/>
          </a:prstGeom>
          <a:noFill/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fr-FR" altLang="zh-TW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fr-FR" altLang="zh-TW" kern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altLang="zh-TW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int </a:t>
            </a:r>
            <a:r>
              <a:rPr kumimoji="1" lang="fr-FR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open ( const char *filename, </a:t>
            </a:r>
            <a:r>
              <a:rPr kumimoji="1" lang="fr-FR" altLang="zh-TW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int flags, mode_t mode);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altLang="zh-TW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int open ( const char *filename, int flags);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fr-FR" altLang="zh-TW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fr-FR" altLang="zh-TW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22" name="矩形 1">
            <a:extLst>
              <a:ext uri="{FF2B5EF4-FFF2-40B4-BE49-F238E27FC236}">
                <a16:creationId xmlns:a16="http://schemas.microsoft.com/office/drawing/2014/main" id="{C4CBB50D-FF38-4654-FEE4-D8C8B00FD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558" y="3133069"/>
            <a:ext cx="9667781" cy="389108"/>
          </a:xfrm>
          <a:prstGeom prst="rect">
            <a:avLst/>
          </a:prstGeom>
          <a:noFill/>
          <a:ln w="19050" cap="flat" cmpd="sng" algn="ctr">
            <a:solidFill>
              <a:schemeClr val="bg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EX: f1 = open ( "hello.txt</a:t>
            </a: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", O_CREAT | O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_WRONLY | O</a:t>
            </a: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_TRUNC, 0644);</a:t>
            </a:r>
            <a:endParaRPr kumimoji="1" lang="en-US" altLang="zh-TW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DBEA15A-2E49-45A0-CF8E-27E02D6398FD}"/>
              </a:ext>
            </a:extLst>
          </p:cNvPr>
          <p:cNvSpPr txBox="1"/>
          <p:nvPr/>
        </p:nvSpPr>
        <p:spPr>
          <a:xfrm>
            <a:off x="1154558" y="6296426"/>
            <a:ext cx="981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return value: Return the file descriptor, or -1 is returned and </a:t>
            </a:r>
            <a:r>
              <a:rPr kumimoji="1" lang="en-US" altLang="zh-TW" b="1" i="1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errno</a:t>
            </a:r>
            <a:r>
              <a:rPr kumimoji="1"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is set appropriately. </a:t>
            </a:r>
            <a:endParaRPr kumimoji="1" lang="zh-TW" altLang="en-US" b="1" i="1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F61F13C5-3957-05B1-E107-E0769F1C0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462692"/>
              </p:ext>
            </p:extLst>
          </p:nvPr>
        </p:nvGraphicFramePr>
        <p:xfrm>
          <a:off x="1154559" y="3673730"/>
          <a:ext cx="9667780" cy="255771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17037">
                  <a:extLst>
                    <a:ext uri="{9D8B030D-6E8A-4147-A177-3AD203B41FA5}">
                      <a16:colId xmlns:a16="http://schemas.microsoft.com/office/drawing/2014/main" val="1326493482"/>
                    </a:ext>
                  </a:extLst>
                </a:gridCol>
                <a:gridCol w="8050743">
                  <a:extLst>
                    <a:ext uri="{9D8B030D-6E8A-4147-A177-3AD203B41FA5}">
                      <a16:colId xmlns:a16="http://schemas.microsoft.com/office/drawing/2014/main" val="2267461418"/>
                    </a:ext>
                  </a:extLst>
                </a:gridCol>
              </a:tblGrid>
              <a:tr h="2226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O_RDONLY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r>
                        <a:rPr lang="en-US" altLang="zh-TW" sz="1800" b="0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Read only.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225118"/>
                  </a:ext>
                </a:extLst>
              </a:tr>
              <a:tr h="2226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O_WRONLY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r>
                        <a:rPr lang="en-US" altLang="zh-TW" sz="1800" b="0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Write only.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631779"/>
                  </a:ext>
                </a:extLst>
              </a:tr>
              <a:tr h="2226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O_RDWR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r>
                        <a:rPr lang="en-US" altLang="zh-TW" sz="1800" b="0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Read and write.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006735"/>
                  </a:ext>
                </a:extLst>
              </a:tr>
              <a:tr h="2226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O_CREAT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r>
                        <a:rPr lang="en-US" altLang="zh-TW" sz="1800" b="0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Create file if it doesn’t exist.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06427"/>
                  </a:ext>
                </a:extLst>
              </a:tr>
              <a:tr h="1724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800" b="1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O_TRUNC</a:t>
                      </a:r>
                      <a:endParaRPr lang="zh-TW" altLang="en-US" sz="1800" b="1" i="0" kern="1200" dirty="0">
                        <a:solidFill>
                          <a:schemeClr val="bg1"/>
                        </a:solidFill>
                        <a:effectLst/>
                        <a:latin typeface="Klee One" pitchFamily="2" charset="-120"/>
                        <a:ea typeface="Klee One" pitchFamily="2" charset="-120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新細明體"/>
                        </a:defRPr>
                      </a:lvl9pPr>
                    </a:lstStyle>
                    <a:p>
                      <a:r>
                        <a:rPr lang="en-US" altLang="zh-TW" sz="1800" b="0" i="0" kern="1200" dirty="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If the file already exists and the open mode allows writing (i.e., is O_RDWR or O_WRONLY) it will be truncated to length 0.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788212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800" b="1" i="0" kern="1200">
                          <a:solidFill>
                            <a:schemeClr val="bg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+mn-cs"/>
                        </a:rPr>
                        <a:t>O_APPEND</a:t>
                      </a:r>
                      <a:endParaRPr lang="zh-TW" altLang="en-US" sz="1800" b="1" i="0" kern="1200" dirty="0">
                        <a:solidFill>
                          <a:schemeClr val="bg1"/>
                        </a:solidFill>
                        <a:effectLst/>
                        <a:latin typeface="Klee One" pitchFamily="2" charset="-120"/>
                        <a:ea typeface="Klee One" pitchFamily="2" charset="-120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>
                          <a:solidFill>
                            <a:schemeClr val="bg1"/>
                          </a:solidFill>
                          <a:latin typeface="Klee One" pitchFamily="2" charset="-120"/>
                          <a:ea typeface="Klee One" pitchFamily="2" charset="-120"/>
                        </a:rPr>
                        <a:t>Append data at the end of the file. 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Klee One" pitchFamily="2" charset="-120"/>
                        <a:ea typeface="Klee One" pitchFamily="2" charset="-12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484908"/>
                  </a:ext>
                </a:extLst>
              </a:tr>
            </a:tbl>
          </a:graphicData>
        </a:graphic>
      </p:graphicFrame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6597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14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system call I/O interface(2/4)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DC116019-6453-C9BE-E8EF-2E45C149067A}"/>
              </a:ext>
            </a:extLst>
          </p:cNvPr>
          <p:cNvSpPr txBox="1">
            <a:spLocks/>
          </p:cNvSpPr>
          <p:nvPr/>
        </p:nvSpPr>
        <p:spPr bwMode="auto">
          <a:xfrm>
            <a:off x="854907" y="972044"/>
            <a:ext cx="10972800" cy="4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TW" sz="20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read()</a:t>
            </a:r>
            <a:endParaRPr kumimoji="1" lang="zh-TW" altLang="en-US" sz="2000" b="1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1" lang="zh-TW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965338-E820-0F3C-41EB-6AB40108FC04}"/>
              </a:ext>
            </a:extLst>
          </p:cNvPr>
          <p:cNvSpPr/>
          <p:nvPr/>
        </p:nvSpPr>
        <p:spPr>
          <a:xfrm>
            <a:off x="1204866" y="1431054"/>
            <a:ext cx="9667782" cy="38883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#include&lt;</a:t>
            </a: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unistd.h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&gt;</a:t>
            </a:r>
            <a:endParaRPr lang="zh-TW" altLang="en-US" dirty="0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5B999C-CE44-C353-CFC5-C0EB80F7D07C}"/>
              </a:ext>
            </a:extLst>
          </p:cNvPr>
          <p:cNvSpPr/>
          <p:nvPr/>
        </p:nvSpPr>
        <p:spPr>
          <a:xfrm>
            <a:off x="1204866" y="1970235"/>
            <a:ext cx="9667782" cy="38910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ssize_t read(int fd, void *buf, size_t count);</a:t>
            </a:r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5C3530D0-01D4-A93D-3D23-71A087DAF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866" y="2544691"/>
            <a:ext cx="9667781" cy="389108"/>
          </a:xfrm>
          <a:prstGeom prst="rect">
            <a:avLst/>
          </a:prstGeom>
          <a:noFill/>
          <a:ln w="190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EX: read(f1, buffer, 4);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B2FB9D3-BD83-A35F-B863-4EE0096AE9FA}"/>
              </a:ext>
            </a:extLst>
          </p:cNvPr>
          <p:cNvSpPr txBox="1"/>
          <p:nvPr/>
        </p:nvSpPr>
        <p:spPr>
          <a:xfrm>
            <a:off x="1184693" y="3119147"/>
            <a:ext cx="9667781" cy="295202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fd</a:t>
            </a: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: The file descriptor to read from. This is usually obtained by open().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buf: A pointer to a buffer where the read data will be stored.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count: The maximum number of bytes to read into the buffer.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return value: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Returns the number of bytes actually read (≥ 0).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Returns 0 if end-of-file (EOF) is reached.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Returns -1 on error, and errno is set accordingly.</a:t>
            </a:r>
          </a:p>
        </p:txBody>
      </p:sp>
    </p:spTree>
    <p:extLst>
      <p:ext uri="{BB962C8B-B14F-4D97-AF65-F5344CB8AC3E}">
        <p14:creationId xmlns:p14="http://schemas.microsoft.com/office/powerpoint/2010/main" val="246608560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15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system call I/O interface(3/4)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DC116019-6453-C9BE-E8EF-2E45C149067A}"/>
              </a:ext>
            </a:extLst>
          </p:cNvPr>
          <p:cNvSpPr txBox="1">
            <a:spLocks/>
          </p:cNvSpPr>
          <p:nvPr/>
        </p:nvSpPr>
        <p:spPr bwMode="auto">
          <a:xfrm>
            <a:off x="854907" y="972044"/>
            <a:ext cx="10972800" cy="4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TW" b="1" kern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w</a:t>
            </a:r>
            <a:r>
              <a:rPr kumimoji="1" lang="en-US" altLang="zh-TW" sz="20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rite()</a:t>
            </a:r>
            <a:endParaRPr kumimoji="1" lang="zh-TW" altLang="en-US" sz="2000" b="1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1" lang="zh-TW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965338-E820-0F3C-41EB-6AB40108FC04}"/>
              </a:ext>
            </a:extLst>
          </p:cNvPr>
          <p:cNvSpPr/>
          <p:nvPr/>
        </p:nvSpPr>
        <p:spPr>
          <a:xfrm>
            <a:off x="1204866" y="1431054"/>
            <a:ext cx="9667782" cy="38883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#include&lt;</a:t>
            </a: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unistd.h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&gt;</a:t>
            </a:r>
            <a:endParaRPr lang="zh-TW" altLang="en-US" dirty="0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5B999C-CE44-C353-CFC5-C0EB80F7D07C}"/>
              </a:ext>
            </a:extLst>
          </p:cNvPr>
          <p:cNvSpPr/>
          <p:nvPr/>
        </p:nvSpPr>
        <p:spPr>
          <a:xfrm>
            <a:off x="1204866" y="1970235"/>
            <a:ext cx="9667782" cy="38910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ssize_t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 write(int </a:t>
            </a: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fd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, const void *buf, </a:t>
            </a: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size_t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 count);</a:t>
            </a:r>
            <a:endParaRPr lang="zh-TW" altLang="en-US" dirty="0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5C3530D0-01D4-A93D-3D23-71A087DAF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866" y="2544691"/>
            <a:ext cx="9667781" cy="389108"/>
          </a:xfrm>
          <a:prstGeom prst="rect">
            <a:avLst/>
          </a:prstGeom>
          <a:noFill/>
          <a:ln w="190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EX: write(f1, buffer, 4);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B2FB9D3-BD83-A35F-B863-4EE0096AE9FA}"/>
              </a:ext>
            </a:extLst>
          </p:cNvPr>
          <p:cNvSpPr txBox="1"/>
          <p:nvPr/>
        </p:nvSpPr>
        <p:spPr>
          <a:xfrm>
            <a:off x="1184693" y="3119147"/>
            <a:ext cx="9667781" cy="253652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fd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: The file descriptor of where to write the </a:t>
            </a: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input.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buf:</a:t>
            </a:r>
            <a:r>
              <a:rPr lang="zh-TW" altLang="en-US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 </a:t>
            </a: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Pointer to the buffer that holds the data you want to write.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count: The number of bytes to write from the buffer.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return value: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Returns the number of bytes actually written (may be less than count).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Returns -1 if an error occurs, and sets errno.</a:t>
            </a:r>
          </a:p>
        </p:txBody>
      </p:sp>
    </p:spTree>
    <p:extLst>
      <p:ext uri="{BB962C8B-B14F-4D97-AF65-F5344CB8AC3E}">
        <p14:creationId xmlns:p14="http://schemas.microsoft.com/office/powerpoint/2010/main" val="346819738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16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system call I/O interface(4/4)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DC116019-6453-C9BE-E8EF-2E45C149067A}"/>
              </a:ext>
            </a:extLst>
          </p:cNvPr>
          <p:cNvSpPr txBox="1">
            <a:spLocks/>
          </p:cNvSpPr>
          <p:nvPr/>
        </p:nvSpPr>
        <p:spPr bwMode="auto">
          <a:xfrm>
            <a:off x="854907" y="972044"/>
            <a:ext cx="10972800" cy="4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TW" sz="20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close()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1" lang="zh-TW" altLang="en-US" sz="2000" b="1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1" lang="zh-TW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965338-E820-0F3C-41EB-6AB40108FC04}"/>
              </a:ext>
            </a:extLst>
          </p:cNvPr>
          <p:cNvSpPr/>
          <p:nvPr/>
        </p:nvSpPr>
        <p:spPr>
          <a:xfrm>
            <a:off x="1204866" y="1431054"/>
            <a:ext cx="9667782" cy="38883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#include</a:t>
            </a: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&lt;unistd.h&gt;</a:t>
            </a:r>
            <a:endParaRPr lang="zh-TW" altLang="en-US" dirty="0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5B999C-CE44-C353-CFC5-C0EB80F7D07C}"/>
              </a:ext>
            </a:extLst>
          </p:cNvPr>
          <p:cNvSpPr/>
          <p:nvPr/>
        </p:nvSpPr>
        <p:spPr>
          <a:xfrm>
            <a:off x="1204866" y="1970235"/>
            <a:ext cx="9667782" cy="38910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int close(int fd);</a:t>
            </a:r>
            <a:endParaRPr lang="en-US" altLang="zh-TW" dirty="0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5C3530D0-01D4-A93D-3D23-71A087DAF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866" y="2544691"/>
            <a:ext cx="9667781" cy="389108"/>
          </a:xfrm>
          <a:prstGeom prst="rect">
            <a:avLst/>
          </a:prstGeom>
          <a:noFill/>
          <a:ln w="190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EX: close(f1);  </a:t>
            </a:r>
            <a:endParaRPr lang="en-US" altLang="zh-TW" dirty="0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B2FB9D3-BD83-A35F-B863-4EE0096AE9FA}"/>
              </a:ext>
            </a:extLst>
          </p:cNvPr>
          <p:cNvSpPr txBox="1"/>
          <p:nvPr/>
        </p:nvSpPr>
        <p:spPr>
          <a:xfrm>
            <a:off x="1184693" y="3119147"/>
            <a:ext cx="9667781" cy="34163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zh-TW" dirty="0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fd</a:t>
            </a: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: The file descriptor of the file you want to close.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return value: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returns zero on success.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On error, -1 is returned, and errno is set appropriately.</a:t>
            </a:r>
          </a:p>
          <a:p>
            <a:endParaRPr lang="en-US" altLang="zh-TW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  <a:p>
            <a:endParaRPr lang="en-US" altLang="zh-TW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  <a:p>
            <a:endParaRPr lang="en-US" altLang="zh-TW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  <a:p>
            <a:endParaRPr lang="en-US" altLang="zh-TW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  <a:p>
            <a:endParaRPr lang="en-US" altLang="zh-TW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  <a:p>
            <a:endParaRPr lang="zh-TW" altLang="en-US" dirty="0">
              <a:solidFill>
                <a:schemeClr val="bg1">
                  <a:lumMod val="95000"/>
                </a:schemeClr>
              </a:solidFill>
              <a:latin typeface="Klee One" pitchFamily="2" charset="-120"/>
              <a:ea typeface="Klee One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458876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17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cs typeface="Klee One" pitchFamily="2" charset="-120"/>
              </a:rPr>
              <a:t>Example1</a:t>
            </a:r>
            <a:r>
              <a:rPr lang="en-US" altLang="zh-TW" sz="4000" b="1">
                <a:solidFill>
                  <a:schemeClr val="bg1">
                    <a:lumMod val="95000"/>
                  </a:schemeClr>
                </a:solidFill>
                <a:cs typeface="Klee One" pitchFamily="2" charset="-120"/>
              </a:rPr>
              <a:t> – write_file.c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317F1A9-B71B-7026-CA6C-57DF55066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58785" y="1233340"/>
            <a:ext cx="7759947" cy="484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4820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18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cs typeface="Klee One" pitchFamily="2" charset="-120"/>
              </a:rPr>
              <a:t>Example1 – read_file.c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2CFEAEA-AE9A-E98D-1056-12E88E739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029" y="1273366"/>
            <a:ext cx="7827942" cy="484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4430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19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cs typeface="Klee One" pitchFamily="2" charset="-120"/>
              </a:rPr>
              <a:t>example1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43B36B5-A76B-279B-0DC1-C5E3DD881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3538" y="2709000"/>
            <a:ext cx="889044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280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20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3C22C5-0AE6-C4DD-FF4E-4294FB8E02E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7" y="1359868"/>
            <a:ext cx="10141744" cy="40478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如何透過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system call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將資料輸出到螢幕上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?</a:t>
            </a:r>
          </a:p>
          <a:p>
            <a:pPr lvl="1">
              <a:lnSpc>
                <a:spcPct val="130000"/>
              </a:lnSpc>
              <a:spcBef>
                <a:spcPts val="1000"/>
              </a:spcBef>
            </a:pP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在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UNIX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裡，每個程式一啟動，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OS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就自動幫它打開三個檔案描述子（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FD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）：</a:t>
            </a:r>
            <a:endParaRPr lang="en-US" altLang="zh-TW" sz="2400" b="1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  <a:p>
            <a:pPr marL="1257300" lvl="2" indent="-3429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0 →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標準輸入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(stdin)</a:t>
            </a:r>
          </a:p>
          <a:p>
            <a:pPr marL="1257300" lvl="2" indent="-3429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1 →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標準輸出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(stdout)</a:t>
            </a:r>
          </a:p>
          <a:p>
            <a:pPr marL="1257300" lvl="2" indent="-3429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2 →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標準錯誤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(stderr)	</a:t>
            </a:r>
          </a:p>
          <a:p>
            <a:pPr marL="342900" indent="-3429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預設情況下，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stdout (FD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=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</a:t>
            </a:r>
            <a:r>
              <a:rPr lang="en-US" altLang="zh-TW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1) </a:t>
            </a:r>
            <a:r>
              <a:rPr lang="zh-TW" altLang="en-US" sz="2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會連到「你開啟的終端機」</a:t>
            </a:r>
            <a:endParaRPr lang="en-US" altLang="zh-TW" sz="2400" b="1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rgbClr val="FFFFFF"/>
                </a:solidFill>
                <a:cs typeface="Klee One" pitchFamily="2" charset="-120"/>
              </a:rPr>
              <a:t>example2</a:t>
            </a: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734327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21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rgbClr val="FFFFFF"/>
                </a:solidFill>
                <a:cs typeface="Klee One" pitchFamily="2" charset="-120"/>
              </a:rPr>
              <a:t>example2</a:t>
            </a: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D81FBE5-377D-3084-E22D-85D230B7B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1828" y="1735970"/>
            <a:ext cx="7753862" cy="253400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EB2550F-69B1-6730-F2B6-EC13C57641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28" y="4749037"/>
            <a:ext cx="7753862" cy="4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7613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22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C</a:t>
            </a:r>
            <a:r>
              <a:rPr lang="zh-TW" altLang="en-US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 </a:t>
            </a: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Library I/O interface </a:t>
            </a: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(1/4)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3BBE36CF-649A-717E-9D9E-3636D07C53E6}"/>
              </a:ext>
            </a:extLst>
          </p:cNvPr>
          <p:cNvSpPr txBox="1">
            <a:spLocks/>
          </p:cNvSpPr>
          <p:nvPr/>
        </p:nvSpPr>
        <p:spPr bwMode="auto">
          <a:xfrm>
            <a:off x="854907" y="964397"/>
            <a:ext cx="10972800" cy="4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TW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fopen()</a:t>
            </a:r>
            <a:endParaRPr kumimoji="1" lang="zh-TW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1" lang="zh-TW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78ADB8-7CD2-B88F-53E2-2784296652E9}"/>
              </a:ext>
            </a:extLst>
          </p:cNvPr>
          <p:cNvSpPr/>
          <p:nvPr/>
        </p:nvSpPr>
        <p:spPr>
          <a:xfrm>
            <a:off x="1262108" y="1470706"/>
            <a:ext cx="9667782" cy="3891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#include &lt;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stdio.h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&gt;</a:t>
            </a:r>
            <a:endParaRPr lang="zh-TW" altLang="en-US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FAB6AE-E93E-ADE8-62F1-51FAD225544A}"/>
              </a:ext>
            </a:extLst>
          </p:cNvPr>
          <p:cNvSpPr/>
          <p:nvPr/>
        </p:nvSpPr>
        <p:spPr>
          <a:xfrm>
            <a:off x="1262108" y="1999895"/>
            <a:ext cx="9667782" cy="3891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TW" dirty="0">
                <a:solidFill>
                  <a:srgbClr val="FFFF00"/>
                </a:solidFill>
                <a:latin typeface="Klee One" pitchFamily="2" charset="-120"/>
                <a:ea typeface="Klee One" pitchFamily="2" charset="-120"/>
              </a:rPr>
              <a:t>FILE *</a:t>
            </a:r>
            <a:r>
              <a:rPr lang="fr-FR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fopen ( const char *filename, const char *mode );</a:t>
            </a:r>
            <a:endParaRPr lang="zh-TW" altLang="en-US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176C74EB-78C9-C943-85FC-8581A2F11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08" y="2543130"/>
            <a:ext cx="9667781" cy="77678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EX: FILE *f1;</a:t>
            </a:r>
          </a:p>
          <a:p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      f1 = 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fopen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( “XXX.txt”, “w” );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D9E5AA6-5359-AD01-1272-C493B9939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750593"/>
              </p:ext>
            </p:extLst>
          </p:nvPr>
        </p:nvGraphicFramePr>
        <p:xfrm>
          <a:off x="346944" y="4202465"/>
          <a:ext cx="11383629" cy="19599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69617">
                  <a:extLst>
                    <a:ext uri="{9D8B030D-6E8A-4147-A177-3AD203B41FA5}">
                      <a16:colId xmlns:a16="http://schemas.microsoft.com/office/drawing/2014/main" val="2748127452"/>
                    </a:ext>
                  </a:extLst>
                </a:gridCol>
                <a:gridCol w="4919469">
                  <a:extLst>
                    <a:ext uri="{9D8B030D-6E8A-4147-A177-3AD203B41FA5}">
                      <a16:colId xmlns:a16="http://schemas.microsoft.com/office/drawing/2014/main" val="1263526187"/>
                    </a:ext>
                  </a:extLst>
                </a:gridCol>
                <a:gridCol w="938625">
                  <a:extLst>
                    <a:ext uri="{9D8B030D-6E8A-4147-A177-3AD203B41FA5}">
                      <a16:colId xmlns:a16="http://schemas.microsoft.com/office/drawing/2014/main" val="3927811854"/>
                    </a:ext>
                  </a:extLst>
                </a:gridCol>
                <a:gridCol w="4755918">
                  <a:extLst>
                    <a:ext uri="{9D8B030D-6E8A-4147-A177-3AD203B41FA5}">
                      <a16:colId xmlns:a16="http://schemas.microsoft.com/office/drawing/2014/main" val="2819459315"/>
                    </a:ext>
                  </a:extLst>
                </a:gridCol>
              </a:tblGrid>
              <a:tr h="3010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>
                          <a:solidFill>
                            <a:schemeClr val="tx1"/>
                          </a:solidFill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“r”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tx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read: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 Open file for input operations. The file must exist.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>
                          <a:solidFill>
                            <a:schemeClr val="tx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“r+”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>
                          <a:solidFill>
                            <a:schemeClr val="tx1"/>
                          </a:solidFill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open for reading and writing, file must exist, not truncated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effectLst/>
                        <a:latin typeface="Klee One" pitchFamily="2" charset="-120"/>
                        <a:ea typeface="Klee One" pitchFamily="2" charset="-120"/>
                        <a:cs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6556440"/>
                  </a:ext>
                </a:extLst>
              </a:tr>
              <a:tr h="3086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800" b="0">
                          <a:solidFill>
                            <a:schemeClr val="tx1"/>
                          </a:solidFill>
                          <a:latin typeface="Klee One" pitchFamily="2" charset="-120"/>
                          <a:ea typeface="Klee One" pitchFamily="2" charset="-120"/>
                        </a:rPr>
                        <a:t>“w”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open for writing, file is truncated if it exists, created if it doesn’t</a:t>
                      </a:r>
                      <a:endParaRPr lang="en-US" altLang="zh-TW" sz="1800" dirty="0">
                        <a:effectLst/>
                        <a:latin typeface="Klee One" pitchFamily="2" charset="-120"/>
                        <a:ea typeface="Klee One" pitchFamily="2" charset="-120"/>
                        <a:cs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“w+”</a:t>
                      </a:r>
                      <a:endParaRPr lang="en-US" altLang="zh-TW" sz="2800" dirty="0">
                        <a:effectLst/>
                        <a:latin typeface="Klee One" pitchFamily="2" charset="-120"/>
                        <a:ea typeface="Klee One" pitchFamily="2" charset="-120"/>
                        <a:cs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open for reading and writing, file is truncated if it exists, created if it doesn’t</a:t>
                      </a:r>
                      <a:endParaRPr lang="en-US" altLang="zh-TW" sz="1800" dirty="0">
                        <a:effectLst/>
                        <a:latin typeface="Klee One" pitchFamily="2" charset="-120"/>
                        <a:ea typeface="Klee One" pitchFamily="2" charset="-120"/>
                        <a:cs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0698953"/>
                  </a:ext>
                </a:extLst>
              </a:tr>
              <a:tr h="313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800" b="0" i="1">
                          <a:solidFill>
                            <a:schemeClr val="tx1"/>
                          </a:solidFill>
                          <a:latin typeface="Klee One" pitchFamily="2" charset="-120"/>
                          <a:ea typeface="Klee One" pitchFamily="2" charset="-120"/>
                        </a:rPr>
                        <a:t>“a</a:t>
                      </a:r>
                      <a:r>
                        <a:rPr lang="en-US" altLang="zh-TW" sz="2800" b="0" i="1" dirty="0">
                          <a:solidFill>
                            <a:schemeClr val="tx1"/>
                          </a:solidFill>
                          <a:latin typeface="Klee One" pitchFamily="2" charset="-120"/>
                          <a:ea typeface="Klee One" pitchFamily="2" charset="-120"/>
                        </a:rPr>
                        <a:t>”</a:t>
                      </a:r>
                      <a:endParaRPr lang="zh-TW" altLang="en-US" sz="2800" b="0" i="1" dirty="0">
                        <a:solidFill>
                          <a:schemeClr val="tx1"/>
                        </a:solidFill>
                        <a:ea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open for appending, writes go to the end of the file</a:t>
                      </a:r>
                      <a:endParaRPr lang="en-US" altLang="zh-TW" sz="1800" dirty="0">
                        <a:effectLst/>
                        <a:latin typeface="Klee One" pitchFamily="2" charset="-120"/>
                        <a:ea typeface="Klee One" pitchFamily="2" charset="-120"/>
                        <a:cs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“a+”</a:t>
                      </a:r>
                      <a:endParaRPr lang="en-US" altLang="zh-TW" sz="2800" dirty="0">
                        <a:effectLst/>
                        <a:latin typeface="Klee One" pitchFamily="2" charset="-120"/>
                        <a:ea typeface="Klee One" pitchFamily="2" charset="-120"/>
                        <a:cs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effectLst/>
                          <a:latin typeface="Klee One" pitchFamily="2" charset="-120"/>
                          <a:ea typeface="Klee One" pitchFamily="2" charset="-120"/>
                          <a:cs typeface="Klee One" pitchFamily="2" charset="-120"/>
                        </a:rPr>
                        <a:t>open for reading and writing, writes always go to the end of the file</a:t>
                      </a:r>
                      <a:endParaRPr lang="en-US" altLang="zh-TW" sz="1800" dirty="0">
                        <a:effectLst/>
                        <a:latin typeface="Klee One" pitchFamily="2" charset="-120"/>
                        <a:ea typeface="Klee One" pitchFamily="2" charset="-120"/>
                        <a:cs typeface="Klee One" pitchFamily="2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61550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31A6E8A-8F3D-B55D-14A0-4684164C7C50}"/>
              </a:ext>
            </a:extLst>
          </p:cNvPr>
          <p:cNvSpPr txBox="1"/>
          <p:nvPr/>
        </p:nvSpPr>
        <p:spPr>
          <a:xfrm>
            <a:off x="1153499" y="3473874"/>
            <a:ext cx="84189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mode:</a:t>
            </a:r>
            <a:endParaRPr lang="zh-TW" altLang="en-US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690D02B-36F6-08B2-C399-A707E61C8118}"/>
              </a:ext>
            </a:extLst>
          </p:cNvPr>
          <p:cNvSpPr txBox="1"/>
          <p:nvPr/>
        </p:nvSpPr>
        <p:spPr>
          <a:xfrm>
            <a:off x="1111389" y="6500567"/>
            <a:ext cx="9667781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return value: Successful: the function returns a pointer to a </a:t>
            </a:r>
            <a:r>
              <a:rPr lang="en-US" altLang="zh-TW" b="1" i="1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FILE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 object. Otherwise: a null pointer is returned.</a:t>
            </a:r>
          </a:p>
          <a:p>
            <a:endParaRPr lang="zh-TW" altLang="en-US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812808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23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C</a:t>
            </a:r>
            <a:r>
              <a:rPr lang="zh-TW" altLang="en-US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 </a:t>
            </a: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Library I/O interface </a:t>
            </a: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(2/4)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5C6BF8-5380-9C84-01E3-E8D48A530F70}"/>
              </a:ext>
            </a:extLst>
          </p:cNvPr>
          <p:cNvSpPr/>
          <p:nvPr/>
        </p:nvSpPr>
        <p:spPr>
          <a:xfrm>
            <a:off x="1262108" y="1585950"/>
            <a:ext cx="9667782" cy="3891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#include &lt;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stdio.h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&gt;</a:t>
            </a:r>
            <a:endParaRPr lang="zh-TW" altLang="en-US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A9FC6B-E83D-5BD4-A143-6852407DAFBE}"/>
              </a:ext>
            </a:extLst>
          </p:cNvPr>
          <p:cNvSpPr/>
          <p:nvPr/>
        </p:nvSpPr>
        <p:spPr>
          <a:xfrm>
            <a:off x="1262108" y="2064540"/>
            <a:ext cx="9667782" cy="3891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size_t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fread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( void * 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ptr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, 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size_t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size, 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size_t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count, FILE * stream );</a:t>
            </a:r>
            <a:endParaRPr lang="zh-TW" altLang="en-US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5" name="矩形 1">
            <a:extLst>
              <a:ext uri="{FF2B5EF4-FFF2-40B4-BE49-F238E27FC236}">
                <a16:creationId xmlns:a16="http://schemas.microsoft.com/office/drawing/2014/main" id="{5415394A-2727-47FB-FF8E-6DEDBCAF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08" y="2543130"/>
            <a:ext cx="9667781" cy="38910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EX: 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fread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( buffer</a:t>
            </a: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, 1, sizeof(buffer), 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f1 );</a:t>
            </a:r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F7282B2A-A674-9DD1-7D6F-4FCD7ACEAB15}"/>
              </a:ext>
            </a:extLst>
          </p:cNvPr>
          <p:cNvSpPr txBox="1">
            <a:spLocks/>
          </p:cNvSpPr>
          <p:nvPr/>
        </p:nvSpPr>
        <p:spPr bwMode="auto">
          <a:xfrm>
            <a:off x="953468" y="1066571"/>
            <a:ext cx="10972800" cy="36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TW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fread()</a:t>
            </a:r>
            <a:endParaRPr kumimoji="1" lang="zh-TW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1" lang="zh-TW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0365473-0227-CC32-9611-872275350BF9}"/>
              </a:ext>
            </a:extLst>
          </p:cNvPr>
          <p:cNvSpPr txBox="1"/>
          <p:nvPr/>
        </p:nvSpPr>
        <p:spPr>
          <a:xfrm>
            <a:off x="1262108" y="3134513"/>
            <a:ext cx="9667781" cy="253659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ptr: </a:t>
            </a: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Pointer to the destination buffer.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size: The size (in bytes) of </a:t>
            </a: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one element </a:t>
            </a: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you want to read.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count: How many elements to read. fread will attempt to read up to count elements, each of size bytes.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stream: Pointer to a FILE object that specifies an input stream.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return value: The total number of elements successfully read is returned. </a:t>
            </a:r>
          </a:p>
        </p:txBody>
      </p:sp>
    </p:spTree>
    <p:extLst>
      <p:ext uri="{BB962C8B-B14F-4D97-AF65-F5344CB8AC3E}">
        <p14:creationId xmlns:p14="http://schemas.microsoft.com/office/powerpoint/2010/main" val="327275560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24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C</a:t>
            </a:r>
            <a:r>
              <a:rPr lang="zh-TW" altLang="en-US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 </a:t>
            </a: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Library I/O interface</a:t>
            </a: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(3/4)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5C6BF8-5380-9C84-01E3-E8D48A530F70}"/>
              </a:ext>
            </a:extLst>
          </p:cNvPr>
          <p:cNvSpPr/>
          <p:nvPr/>
        </p:nvSpPr>
        <p:spPr>
          <a:xfrm>
            <a:off x="1262108" y="1585950"/>
            <a:ext cx="9667782" cy="3891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#include &lt;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stdio.h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&gt;</a:t>
            </a:r>
            <a:endParaRPr lang="zh-TW" altLang="en-US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A9FC6B-E83D-5BD4-A143-6852407DAFBE}"/>
              </a:ext>
            </a:extLst>
          </p:cNvPr>
          <p:cNvSpPr/>
          <p:nvPr/>
        </p:nvSpPr>
        <p:spPr>
          <a:xfrm>
            <a:off x="1262108" y="2064540"/>
            <a:ext cx="9667782" cy="3891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size_t fwrite ( const void * ptr, size_t size, size_t count, FILE * stream );</a:t>
            </a:r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5" name="矩形 1">
            <a:extLst>
              <a:ext uri="{FF2B5EF4-FFF2-40B4-BE49-F238E27FC236}">
                <a16:creationId xmlns:a16="http://schemas.microsoft.com/office/drawing/2014/main" id="{5415394A-2727-47FB-FF8E-6DEDBCAF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08" y="2543130"/>
            <a:ext cx="9667781" cy="38910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EX: fwrite ( buffer, sizeof(char), 4, f1 );</a:t>
            </a:r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F7282B2A-A674-9DD1-7D6F-4FCD7ACEAB15}"/>
              </a:ext>
            </a:extLst>
          </p:cNvPr>
          <p:cNvSpPr txBox="1">
            <a:spLocks/>
          </p:cNvSpPr>
          <p:nvPr/>
        </p:nvSpPr>
        <p:spPr bwMode="auto">
          <a:xfrm>
            <a:off x="953468" y="1066571"/>
            <a:ext cx="10972800" cy="36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TW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fwrite()</a:t>
            </a:r>
            <a:endParaRPr kumimoji="1" lang="zh-TW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1" lang="zh-TW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0365473-0227-CC32-9611-872275350BF9}"/>
              </a:ext>
            </a:extLst>
          </p:cNvPr>
          <p:cNvSpPr txBox="1"/>
          <p:nvPr/>
        </p:nvSpPr>
        <p:spPr>
          <a:xfrm>
            <a:off x="1262108" y="3134513"/>
            <a:ext cx="9667781" cy="212109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ptr: Pointer to the array of elements to be written, converted to a const void*.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size: Size, in bytes, of each element to be written. size_t is an unsigned integral type.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count: Number of elements, each one with a size of size bytes.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stream: Pointer to a FILE object that specifies an input stream.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2">
                    <a:lumMod val="60000"/>
                    <a:lumOff val="40000"/>
                  </a:schemeClr>
                </a:solidFill>
                <a:latin typeface="Klee One" pitchFamily="2" charset="-120"/>
                <a:ea typeface="Klee One" pitchFamily="2" charset="-120"/>
              </a:rPr>
              <a:t>return value</a:t>
            </a:r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: The total number of elements successfully written is returned</a:t>
            </a:r>
          </a:p>
        </p:txBody>
      </p:sp>
    </p:spTree>
    <p:extLst>
      <p:ext uri="{BB962C8B-B14F-4D97-AF65-F5344CB8AC3E}">
        <p14:creationId xmlns:p14="http://schemas.microsoft.com/office/powerpoint/2010/main" val="55889234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25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C</a:t>
            </a:r>
            <a:r>
              <a:rPr lang="zh-TW" altLang="en-US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 </a:t>
            </a: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Library I/O interface</a:t>
            </a: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(4/4)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5C6BF8-5380-9C84-01E3-E8D48A530F70}"/>
              </a:ext>
            </a:extLst>
          </p:cNvPr>
          <p:cNvSpPr/>
          <p:nvPr/>
        </p:nvSpPr>
        <p:spPr>
          <a:xfrm>
            <a:off x="1262108" y="1585950"/>
            <a:ext cx="9667782" cy="3891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#include &lt;</a:t>
            </a:r>
            <a:r>
              <a:rPr lang="en-US" altLang="zh-TW" dirty="0" err="1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stdio.h</a:t>
            </a:r>
            <a:r>
              <a:rPr lang="en-US" altLang="zh-TW" dirty="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&gt;</a:t>
            </a:r>
            <a:endParaRPr lang="zh-TW" altLang="en-US" dirty="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A9FC6B-E83D-5BD4-A143-6852407DAFBE}"/>
              </a:ext>
            </a:extLst>
          </p:cNvPr>
          <p:cNvSpPr/>
          <p:nvPr/>
        </p:nvSpPr>
        <p:spPr>
          <a:xfrm>
            <a:off x="1262108" y="2064540"/>
            <a:ext cx="9667782" cy="3891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Int fclose ( FILE * stream); </a:t>
            </a:r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15" name="矩形 1">
            <a:extLst>
              <a:ext uri="{FF2B5EF4-FFF2-40B4-BE49-F238E27FC236}">
                <a16:creationId xmlns:a16="http://schemas.microsoft.com/office/drawing/2014/main" id="{5415394A-2727-47FB-FF8E-6DEDBCAF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108" y="2543130"/>
            <a:ext cx="9667781" cy="38910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EX: fclose(f1);</a:t>
            </a:r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F7282B2A-A674-9DD1-7D6F-4FCD7ACEAB15}"/>
              </a:ext>
            </a:extLst>
          </p:cNvPr>
          <p:cNvSpPr txBox="1">
            <a:spLocks/>
          </p:cNvSpPr>
          <p:nvPr/>
        </p:nvSpPr>
        <p:spPr bwMode="auto">
          <a:xfrm>
            <a:off x="953468" y="1066571"/>
            <a:ext cx="10972800" cy="36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TW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t>fclose()</a:t>
            </a:r>
            <a:endParaRPr kumimoji="1" lang="zh-TW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1" lang="zh-TW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0365473-0227-CC32-9611-872275350BF9}"/>
              </a:ext>
            </a:extLst>
          </p:cNvPr>
          <p:cNvSpPr txBox="1"/>
          <p:nvPr/>
        </p:nvSpPr>
        <p:spPr>
          <a:xfrm>
            <a:off x="1262108" y="3134513"/>
            <a:ext cx="9667781" cy="12900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stream: Pointer to a FILE object that specifies the stream to be closed.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ea typeface="Klee One" pitchFamily="2" charset="-120"/>
              </a:rPr>
              <a:t>return value: If the stream is successfully closed, a zero value is returned. On failure, EOF is returned.</a:t>
            </a:r>
          </a:p>
        </p:txBody>
      </p:sp>
    </p:spTree>
    <p:extLst>
      <p:ext uri="{BB962C8B-B14F-4D97-AF65-F5344CB8AC3E}">
        <p14:creationId xmlns:p14="http://schemas.microsoft.com/office/powerpoint/2010/main" val="371442747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26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cs typeface="Klee One" pitchFamily="2" charset="-120"/>
              </a:rPr>
              <a:t>example3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FFF621B-86C9-F343-44B9-A7149AFCB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3165" y="1008366"/>
            <a:ext cx="8520771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1995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27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cs typeface="Klee One" pitchFamily="2" charset="-120"/>
              </a:rPr>
              <a:t>example3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FFF621B-86C9-F343-44B9-A7149AFCB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6229" y="1010465"/>
            <a:ext cx="8554644" cy="547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4724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28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chemeClr val="bg1">
                    <a:lumMod val="95000"/>
                  </a:schemeClr>
                </a:solidFill>
                <a:latin typeface="Klee One" pitchFamily="2" charset="-120"/>
                <a:cs typeface="Klee One" pitchFamily="2" charset="-120"/>
              </a:rPr>
              <a:t>example3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FFF621B-86C9-F343-44B9-A7149AFCB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8678" y="3067177"/>
            <a:ext cx="8554644" cy="129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1150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29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cs typeface="Klee One" pitchFamily="2" charset="-120"/>
              </a:rPr>
              <a:t>example4 - read() vs fread()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59F04B3-58C2-DC0D-1DFF-6AD2B4D9C9BB}"/>
              </a:ext>
            </a:extLst>
          </p:cNvPr>
          <p:cNvSpPr txBox="1"/>
          <p:nvPr/>
        </p:nvSpPr>
        <p:spPr>
          <a:xfrm>
            <a:off x="1093076" y="1345324"/>
            <a:ext cx="10018924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Step 1: 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創建一個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10MB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的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file</a:t>
            </a:r>
          </a:p>
        </p:txBody>
      </p:sp>
      <p:pic>
        <p:nvPicPr>
          <p:cNvPr id="9" name="圖片 8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89874D41-0752-93DE-809E-04529B417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897" y="3308628"/>
            <a:ext cx="9159281" cy="115432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47E0B46-35B7-37FF-4E02-A12828A6F554}"/>
              </a:ext>
            </a:extLst>
          </p:cNvPr>
          <p:cNvSpPr/>
          <p:nvPr/>
        </p:nvSpPr>
        <p:spPr>
          <a:xfrm>
            <a:off x="5896303" y="4129461"/>
            <a:ext cx="1082566" cy="2428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08046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30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cs typeface="Klee One" pitchFamily="2" charset="-120"/>
              </a:rPr>
              <a:t>example4 - read() vs fread()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59F04B3-58C2-DC0D-1DFF-6AD2B4D9C9BB}"/>
              </a:ext>
            </a:extLst>
          </p:cNvPr>
          <p:cNvSpPr txBox="1"/>
          <p:nvPr/>
        </p:nvSpPr>
        <p:spPr>
          <a:xfrm>
            <a:off x="1086538" y="1345324"/>
            <a:ext cx="10018924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Step 2: 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分別用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read()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和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fread()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去讀取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my_file.txt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，一次只讀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1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個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byte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，讀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10M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次，比較讀取時間差異</a:t>
            </a:r>
            <a:endParaRPr lang="en-US" altLang="zh-TW" sz="2400">
              <a:solidFill>
                <a:schemeClr val="bg1"/>
              </a:solidFill>
              <a:latin typeface="Klee One" pitchFamily="2" charset="-120"/>
              <a:ea typeface="Klee One" pitchFamily="2" charset="-120"/>
              <a:cs typeface="Klee One" pitchFamily="2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AC9363E-6E09-8069-29E2-67E8E9D78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36" y="3128841"/>
            <a:ext cx="9201151" cy="66859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14A8AE2-3577-CC1E-DD7D-4C986D9057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24" y="4617426"/>
            <a:ext cx="9211763" cy="66859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E76991BD-4FD4-693F-BD7E-3043814662D0}"/>
              </a:ext>
            </a:extLst>
          </p:cNvPr>
          <p:cNvSpPr txBox="1"/>
          <p:nvPr/>
        </p:nvSpPr>
        <p:spPr>
          <a:xfrm>
            <a:off x="5412828" y="2648211"/>
            <a:ext cx="3468414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>
                <a:solidFill>
                  <a:schemeClr val="bg1"/>
                </a:solidFill>
              </a:rPr>
              <a:t>read()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449667B-080E-5F9A-73BA-D0A20655C9A1}"/>
              </a:ext>
            </a:extLst>
          </p:cNvPr>
          <p:cNvSpPr txBox="1"/>
          <p:nvPr/>
        </p:nvSpPr>
        <p:spPr>
          <a:xfrm>
            <a:off x="5412828" y="4135177"/>
            <a:ext cx="3468414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 dirty="0" err="1">
                <a:solidFill>
                  <a:schemeClr val="bg1"/>
                </a:solidFill>
              </a:rPr>
              <a:t>fread</a:t>
            </a:r>
            <a:r>
              <a:rPr lang="en-US" altLang="zh-TW" sz="2400" dirty="0">
                <a:solidFill>
                  <a:schemeClr val="bg1"/>
                </a:solidFill>
              </a:rPr>
              <a:t>()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2792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31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cs typeface="Klee One" pitchFamily="2" charset="-120"/>
              </a:rPr>
              <a:t>example4 - read() vs fread()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6" name="投影片編號版面配置區 9">
            <a:extLst>
              <a:ext uri="{FF2B5EF4-FFF2-40B4-BE49-F238E27FC236}">
                <a16:creationId xmlns:a16="http://schemas.microsoft.com/office/drawing/2014/main" id="{97C05B48-C48B-916A-EAEC-843C703E9E1C}"/>
              </a:ext>
            </a:extLst>
          </p:cNvPr>
          <p:cNvSpPr txBox="1">
            <a:spLocks/>
          </p:cNvSpPr>
          <p:nvPr/>
        </p:nvSpPr>
        <p:spPr bwMode="auto">
          <a:xfrm>
            <a:off x="8654472" y="6257405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A732B-4120-4015-8395-334063D924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lee One" pitchFamily="2" charset="-120"/>
                <a:ea typeface="Klee One" pitchFamily="2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lee One" pitchFamily="2" charset="-120"/>
              <a:ea typeface="Klee One" pitchFamily="2" charset="-120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59F04B3-58C2-DC0D-1DFF-6AD2B4D9C9BB}"/>
              </a:ext>
            </a:extLst>
          </p:cNvPr>
          <p:cNvSpPr txBox="1"/>
          <p:nvPr/>
        </p:nvSpPr>
        <p:spPr>
          <a:xfrm>
            <a:off x="1086538" y="1345324"/>
            <a:ext cx="10018924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Step 3: 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用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strace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查看</a:t>
            </a:r>
            <a:endParaRPr lang="en-US" altLang="zh-TW" sz="2400">
              <a:solidFill>
                <a:schemeClr val="bg1"/>
              </a:solidFill>
              <a:latin typeface="Klee One" pitchFamily="2" charset="-120"/>
              <a:ea typeface="Klee One" pitchFamily="2" charset="-120"/>
              <a:cs typeface="Klee One" pitchFamily="2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76991BD-4FD4-693F-BD7E-3043814662D0}"/>
              </a:ext>
            </a:extLst>
          </p:cNvPr>
          <p:cNvSpPr txBox="1"/>
          <p:nvPr/>
        </p:nvSpPr>
        <p:spPr>
          <a:xfrm>
            <a:off x="5397628" y="2378458"/>
            <a:ext cx="3468414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>
                <a:solidFill>
                  <a:schemeClr val="bg1"/>
                </a:solidFill>
              </a:rPr>
              <a:t>read()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449667B-080E-5F9A-73BA-D0A20655C9A1}"/>
              </a:ext>
            </a:extLst>
          </p:cNvPr>
          <p:cNvSpPr txBox="1"/>
          <p:nvPr/>
        </p:nvSpPr>
        <p:spPr>
          <a:xfrm>
            <a:off x="5397628" y="4334923"/>
            <a:ext cx="3468414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 dirty="0" err="1">
                <a:solidFill>
                  <a:schemeClr val="bg1"/>
                </a:solidFill>
              </a:rPr>
              <a:t>fread</a:t>
            </a:r>
            <a:r>
              <a:rPr lang="en-US" altLang="zh-TW" sz="2400" dirty="0">
                <a:solidFill>
                  <a:schemeClr val="bg1"/>
                </a:solidFill>
              </a:rPr>
              <a:t>()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pic>
        <p:nvPicPr>
          <p:cNvPr id="9" name="圖片 8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79668240-7478-63E0-143E-B2486981B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783" y="4841070"/>
            <a:ext cx="6811326" cy="134321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0537552-57C7-9B89-69DC-7F17272821D4}"/>
              </a:ext>
            </a:extLst>
          </p:cNvPr>
          <p:cNvSpPr/>
          <p:nvPr/>
        </p:nvSpPr>
        <p:spPr>
          <a:xfrm>
            <a:off x="5554717" y="5656579"/>
            <a:ext cx="1082566" cy="2428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0C0A2563-B4D3-84B2-997F-DD481B20DC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783" y="2882012"/>
            <a:ext cx="6811326" cy="108697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E605CF2-AE08-65A7-92B9-2A749B7831A0}"/>
              </a:ext>
            </a:extLst>
          </p:cNvPr>
          <p:cNvSpPr/>
          <p:nvPr/>
        </p:nvSpPr>
        <p:spPr>
          <a:xfrm>
            <a:off x="5554717" y="3712211"/>
            <a:ext cx="1082566" cy="2428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92200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38044B-97BB-4A27-B6C6-07F9FBA1F39E}" type="slidenum">
              <a:rPr lang="en-US" altLang="zh-TW" b="1" smtClean="0">
                <a:latin typeface="Klee One" pitchFamily="2" charset="-120"/>
                <a:ea typeface="Klee One" pitchFamily="2" charset="-120"/>
              </a:rPr>
              <a:t>32</a:t>
            </a:fld>
            <a:endParaRPr lang="zh-TW" altLang="en-US" b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NCHU System &amp; Network Lab</a:t>
            </a:r>
            <a:endParaRPr lang="zh-TW" sz="1400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A994B4BF-72F4-FEC9-37F7-29F96F7EF8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>
                <a:solidFill>
                  <a:srgbClr val="FFFFFF"/>
                </a:solidFill>
                <a:latin typeface="Klee One" pitchFamily="2" charset="-120"/>
                <a:cs typeface="Klee One" pitchFamily="2" charset="-120"/>
              </a:rPr>
              <a:t>Exercise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ee One" pitchFamily="2" charset="-120"/>
              <a:cs typeface="Klee One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AA0ADF-1233-DFCD-081C-93BA92DE33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$</a:t>
            </a:r>
            <a:endParaRPr lang="zh-TW" sz="6000" i="1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A10AAEC-935C-3555-4DA4-86CAE2EC423C}"/>
              </a:ext>
            </a:extLst>
          </p:cNvPr>
          <p:cNvSpPr txBox="1"/>
          <p:nvPr/>
        </p:nvSpPr>
        <p:spPr>
          <a:xfrm>
            <a:off x="1194527" y="1227395"/>
            <a:ext cx="9438908" cy="219720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學習目標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: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 了解為何我們比較偏好使用將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system call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包裝後的函式</a:t>
            </a:r>
            <a:endParaRPr lang="en-US" altLang="zh-TW" sz="2400">
              <a:solidFill>
                <a:schemeClr val="bg1"/>
              </a:solidFill>
              <a:latin typeface="Klee One" pitchFamily="2" charset="-120"/>
              <a:ea typeface="Klee One" pitchFamily="2" charset="-12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要求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: 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在只使用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&lt;unistd.h&gt;</a:t>
            </a: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的情況下印出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integer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助教會檢查程式碼看各位有沒有偷用</a:t>
            </a:r>
            <a:r>
              <a:rPr lang="en-US" altLang="zh-TW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</a:rPr>
              <a:t>&lt;stdio.h&gt;</a:t>
            </a:r>
          </a:p>
        </p:txBody>
      </p:sp>
      <p:pic>
        <p:nvPicPr>
          <p:cNvPr id="7" name="圖片 6" descr="一張含有 文字, 字型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76164E7E-09B6-A93D-3303-DF4AD45D1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083" y="4243111"/>
            <a:ext cx="2505425" cy="1467055"/>
          </a:xfrm>
          <a:prstGeom prst="rect">
            <a:avLst/>
          </a:prstGeom>
        </p:spPr>
      </p:pic>
      <p:pic>
        <p:nvPicPr>
          <p:cNvPr id="13" name="圖片 1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5B7975A1-F8BC-D2C6-14FD-22EE4A61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886" y="4243110"/>
            <a:ext cx="6101912" cy="1467055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3C01B7D1-FBFE-CAEC-60A5-77668533ABFE}"/>
              </a:ext>
            </a:extLst>
          </p:cNvPr>
          <p:cNvSpPr txBox="1"/>
          <p:nvPr/>
        </p:nvSpPr>
        <p:spPr>
          <a:xfrm>
            <a:off x="2244436" y="3781446"/>
            <a:ext cx="2213264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2400">
                <a:solidFill>
                  <a:schemeClr val="bg1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測資</a:t>
            </a:r>
            <a:endParaRPr lang="zh-TW" altLang="en-US" sz="2400" dirty="0">
              <a:solidFill>
                <a:schemeClr val="bg1"/>
              </a:solidFill>
              <a:latin typeface="Klee One" pitchFamily="2" charset="-120"/>
              <a:ea typeface="Klee One" pitchFamily="2" charset="-120"/>
              <a:cs typeface="Klee One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45596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1A658C8C-5EDA-0F7B-49B9-C0F2F71673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2337159-D9AC-F8B2-C092-36AB363D6FD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Klee One" pitchFamily="2" charset="-120"/>
              <a:ea typeface="Klee One" pitchFamily="2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FF9E24-C36D-9DBD-009E-3B99311687C3}"/>
              </a:ext>
            </a:extLst>
          </p:cNvPr>
          <p:cNvSpPr txBox="1">
            <a:spLocks/>
          </p:cNvSpPr>
          <p:nvPr/>
        </p:nvSpPr>
        <p:spPr>
          <a:xfrm>
            <a:off x="1618389" y="1407914"/>
            <a:ext cx="7101901" cy="193899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60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Thanks for</a:t>
            </a:r>
          </a:p>
          <a:p>
            <a:r>
              <a:rPr lang="en-US" altLang="zh-TW" sz="60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your listening</a:t>
            </a: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56BEAB2-9691-3E05-AD79-C70989F5AF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4600598" y="6550223"/>
            <a:ext cx="2990803" cy="3077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lee One" pitchFamily="2" charset="-120"/>
                <a:cs typeface="Klee One" pitchFamily="2" charset="-120"/>
              </a:rPr>
              <a:t>Made by PurpleRed in 2023/08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A3D71D6-6C5E-52BE-1BCB-A00E1BD44F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400" b="1">
                <a:solidFill>
                  <a:srgbClr val="FFFFFF"/>
                </a:solidFill>
                <a:latin typeface="Klee One" pitchFamily="2" charset="-120"/>
                <a:ea typeface="Klee One" pitchFamily="2" charset="-120"/>
                <a:cs typeface="Klee One" pitchFamily="2" charset="-120"/>
              </a:rPr>
              <a:t>&gt;</a:t>
            </a:r>
            <a:endParaRPr lang="zh-TW" sz="14400">
              <a:latin typeface="Klee One" pitchFamily="2" charset="-120"/>
              <a:ea typeface="Klee One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677423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20556</TotalTime>
  <Words>2720</Words>
  <Application>Microsoft Office PowerPoint</Application>
  <PresentationFormat>寬螢幕</PresentationFormat>
  <Paragraphs>361</Paragraphs>
  <Slides>33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8" baseType="lpstr">
      <vt:lpstr>Klee One</vt:lpstr>
      <vt:lpstr>Wingdings</vt:lpstr>
      <vt:lpstr>Aptos</vt:lpstr>
      <vt:lpstr>Arial</vt:lpstr>
      <vt:lpstr>Office 佈景主題</vt:lpstr>
      <vt:lpstr>Lab 3 System Call vs APIs</vt:lpstr>
      <vt:lpstr>類UNIX系統 </vt:lpstr>
      <vt:lpstr>類UNIX系統</vt:lpstr>
      <vt:lpstr>POSIX</vt:lpstr>
      <vt:lpstr>POSIX</vt:lpstr>
      <vt:lpstr>POSIX </vt:lpstr>
      <vt:lpstr>POSIX</vt:lpstr>
      <vt:lpstr>POSIX</vt:lpstr>
      <vt:lpstr>Strace </vt:lpstr>
      <vt:lpstr>Permission Code</vt:lpstr>
      <vt:lpstr>Permission Code</vt:lpstr>
      <vt:lpstr>Permission Code</vt:lpstr>
      <vt:lpstr>system call I/O interface(1/4)</vt:lpstr>
      <vt:lpstr>system call I/O interface(2/4) </vt:lpstr>
      <vt:lpstr>system call I/O interface(3/4)</vt:lpstr>
      <vt:lpstr>system call I/O interface(4/4)</vt:lpstr>
      <vt:lpstr>Example1 – write_file.c</vt:lpstr>
      <vt:lpstr>Example1 – read_file.c</vt:lpstr>
      <vt:lpstr>example1</vt:lpstr>
      <vt:lpstr>example2 </vt:lpstr>
      <vt:lpstr>example2 </vt:lpstr>
      <vt:lpstr>C Library I/O interface (1/4)</vt:lpstr>
      <vt:lpstr>C Library I/O interface (2/4)</vt:lpstr>
      <vt:lpstr>C Library I/O interface(3/4)</vt:lpstr>
      <vt:lpstr>C Library I/O interface(4/4)</vt:lpstr>
      <vt:lpstr>example3</vt:lpstr>
      <vt:lpstr>example3</vt:lpstr>
      <vt:lpstr>example3</vt:lpstr>
      <vt:lpstr>example4 - read() vs fread()</vt:lpstr>
      <vt:lpstr>example4 - read() vs fread()</vt:lpstr>
      <vt:lpstr>example4 - read() vs fread()</vt:lpstr>
      <vt:lpstr>Exercise</vt:lpstr>
      <vt:lpstr>Made by PurpleRed in 2023/08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Lab1_Installing Linux</dc:title>
  <dc:creator>PurpleRed</dc:creator>
  <cp:lastModifiedBy>link1218 link1218</cp:lastModifiedBy>
  <cp:revision>236</cp:revision>
  <dcterms:created xsi:type="dcterms:W3CDTF">2023-07-21T03:35:58Z</dcterms:created>
  <dcterms:modified xsi:type="dcterms:W3CDTF">2026-09-22T13:24:19Z</dcterms:modified>
</cp:coreProperties>
</file>