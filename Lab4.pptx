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0"/>
  </p:notesMasterIdLst>
  <p:sldIdLst>
    <p:sldId id="256" r:id="rId2"/>
    <p:sldId id="315" r:id="rId3"/>
    <p:sldId id="294" r:id="rId4"/>
    <p:sldId id="320" r:id="rId5"/>
    <p:sldId id="345" r:id="rId6"/>
    <p:sldId id="321" r:id="rId7"/>
    <p:sldId id="322" r:id="rId8"/>
    <p:sldId id="326" r:id="rId9"/>
    <p:sldId id="329" r:id="rId10"/>
    <p:sldId id="328" r:id="rId11"/>
    <p:sldId id="331" r:id="rId12"/>
    <p:sldId id="332" r:id="rId13"/>
    <p:sldId id="333" r:id="rId14"/>
    <p:sldId id="334" r:id="rId15"/>
    <p:sldId id="336" r:id="rId16"/>
    <p:sldId id="335" r:id="rId17"/>
    <p:sldId id="337" r:id="rId18"/>
    <p:sldId id="348" r:id="rId19"/>
    <p:sldId id="346" r:id="rId20"/>
    <p:sldId id="338" r:id="rId21"/>
    <p:sldId id="339" r:id="rId22"/>
    <p:sldId id="341" r:id="rId23"/>
    <p:sldId id="340" r:id="rId24"/>
    <p:sldId id="342" r:id="rId25"/>
    <p:sldId id="343" r:id="rId26"/>
    <p:sldId id="344" r:id="rId27"/>
    <p:sldId id="349" r:id="rId28"/>
    <p:sldId id="258" r:id="rId29"/>
  </p:sldIdLst>
  <p:sldSz cx="12192000" cy="6858000"/>
  <p:notesSz cx="6858000" cy="9144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39C"/>
    <a:srgbClr val="202020"/>
    <a:srgbClr val="EA43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03447BB-5D67-496B-8E87-E561075AD55C}" styleName="深色樣式 1 - 輔色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697" autoAdjust="0"/>
  </p:normalViewPr>
  <p:slideViewPr>
    <p:cSldViewPr snapToGrid="0">
      <p:cViewPr varScale="1">
        <p:scale>
          <a:sx n="82" d="100"/>
          <a:sy n="82" d="100"/>
        </p:scale>
        <p:origin x="691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子閎 林" userId="d496ebd3736cf63e" providerId="LiveId" clId="{AC230BB9-3298-4F4D-A96D-03457173F509}"/>
    <pc:docChg chg="undo custSel addSld delSld modSld sldOrd">
      <pc:chgData name="子閎 林" userId="d496ebd3736cf63e" providerId="LiveId" clId="{AC230BB9-3298-4F4D-A96D-03457173F509}" dt="2023-12-03T08:32:17.228" v="4471" actId="20577"/>
      <pc:docMkLst>
        <pc:docMk/>
      </pc:docMkLst>
      <pc:sldChg chg="addSp delSp modSp mod">
        <pc:chgData name="子閎 林" userId="d496ebd3736cf63e" providerId="LiveId" clId="{AC230BB9-3298-4F4D-A96D-03457173F509}" dt="2023-11-29T13:59:53.966" v="14" actId="33553"/>
        <pc:sldMkLst>
          <pc:docMk/>
          <pc:sldMk cId="832233356" sldId="256"/>
        </pc:sldMkLst>
        <pc:spChg chg="del">
          <ac:chgData name="子閎 林" userId="d496ebd3736cf63e" providerId="LiveId" clId="{AC230BB9-3298-4F4D-A96D-03457173F509}" dt="2023-11-29T13:59:17.463" v="0" actId="478"/>
          <ac:spMkLst>
            <pc:docMk/>
            <pc:sldMk cId="832233356" sldId="256"/>
            <ac:spMk id="2" creationId="{C11DF77D-A152-09EE-37E9-1D8A4312EA34}"/>
          </ac:spMkLst>
        </pc:spChg>
        <pc:spChg chg="add mod">
          <ac:chgData name="子閎 林" userId="d496ebd3736cf63e" providerId="LiveId" clId="{AC230BB9-3298-4F4D-A96D-03457173F509}" dt="2023-11-29T13:59:53.966" v="14" actId="33553"/>
          <ac:spMkLst>
            <pc:docMk/>
            <pc:sldMk cId="832233356" sldId="256"/>
            <ac:spMk id="3" creationId="{E7556D4D-F7AA-6F86-EB17-B5EE83ACFA24}"/>
          </ac:spMkLst>
        </pc:spChg>
        <pc:spChg chg="del">
          <ac:chgData name="子閎 林" userId="d496ebd3736cf63e" providerId="LiveId" clId="{AC230BB9-3298-4F4D-A96D-03457173F509}" dt="2023-11-29T13:59:29.023" v="10" actId="478"/>
          <ac:spMkLst>
            <pc:docMk/>
            <pc:sldMk cId="832233356" sldId="256"/>
            <ac:spMk id="6" creationId="{76AE2710-E311-E4C0-7002-659C3FD1A8F3}"/>
          </ac:spMkLst>
        </pc:spChg>
        <pc:spChg chg="del">
          <ac:chgData name="子閎 林" userId="d496ebd3736cf63e" providerId="LiveId" clId="{AC230BB9-3298-4F4D-A96D-03457173F509}" dt="2023-11-29T13:59:33.523" v="12" actId="478"/>
          <ac:spMkLst>
            <pc:docMk/>
            <pc:sldMk cId="832233356" sldId="256"/>
            <ac:spMk id="7" creationId="{36598005-44FA-1154-E599-3603F63C0BD1}"/>
          </ac:spMkLst>
        </pc:spChg>
        <pc:spChg chg="add mod">
          <ac:chgData name="子閎 林" userId="d496ebd3736cf63e" providerId="LiveId" clId="{AC230BB9-3298-4F4D-A96D-03457173F509}" dt="2023-11-29T13:59:32.084" v="11"/>
          <ac:spMkLst>
            <pc:docMk/>
            <pc:sldMk cId="832233356" sldId="256"/>
            <ac:spMk id="9" creationId="{B2B8A6F2-1114-E33F-91F2-79416E8521F6}"/>
          </ac:spMkLst>
        </pc:spChg>
        <pc:spChg chg="add mod">
          <ac:chgData name="子閎 林" userId="d496ebd3736cf63e" providerId="LiveId" clId="{AC230BB9-3298-4F4D-A96D-03457173F509}" dt="2023-11-29T13:59:35.910" v="13"/>
          <ac:spMkLst>
            <pc:docMk/>
            <pc:sldMk cId="832233356" sldId="256"/>
            <ac:spMk id="10" creationId="{360421B7-5B55-C95E-62ED-7E6A4A23618A}"/>
          </ac:spMkLst>
        </pc:spChg>
      </pc:sldChg>
      <pc:sldChg chg="del">
        <pc:chgData name="子閎 林" userId="d496ebd3736cf63e" providerId="LiveId" clId="{AC230BB9-3298-4F4D-A96D-03457173F509}" dt="2023-11-29T14:00:33.983" v="16" actId="47"/>
        <pc:sldMkLst>
          <pc:docMk/>
          <pc:sldMk cId="1200829452" sldId="257"/>
        </pc:sldMkLst>
      </pc:sldChg>
      <pc:sldChg chg="modSp mod">
        <pc:chgData name="子閎 林" userId="d496ebd3736cf63e" providerId="LiveId" clId="{AC230BB9-3298-4F4D-A96D-03457173F509}" dt="2023-11-29T14:00:22.459" v="15" actId="33553"/>
        <pc:sldMkLst>
          <pc:docMk/>
          <pc:sldMk cId="2683587732" sldId="258"/>
        </pc:sldMkLst>
        <pc:spChg chg="mod">
          <ac:chgData name="子閎 林" userId="d496ebd3736cf63e" providerId="LiveId" clId="{AC230BB9-3298-4F4D-A96D-03457173F509}" dt="2023-11-29T14:00:22.459" v="15" actId="33553"/>
          <ac:spMkLst>
            <pc:docMk/>
            <pc:sldMk cId="2683587732" sldId="258"/>
            <ac:spMk id="13" creationId="{A622C7FD-5A78-80EC-8949-7B3836DF2950}"/>
          </ac:spMkLst>
        </pc:spChg>
      </pc:sldChg>
      <pc:sldChg chg="del">
        <pc:chgData name="子閎 林" userId="d496ebd3736cf63e" providerId="LiveId" clId="{AC230BB9-3298-4F4D-A96D-03457173F509}" dt="2023-11-29T14:00:45.276" v="19" actId="47"/>
        <pc:sldMkLst>
          <pc:docMk/>
          <pc:sldMk cId="1451857796" sldId="293"/>
        </pc:sldMkLst>
      </pc:sldChg>
      <pc:sldChg chg="delSp modSp mod delAnim">
        <pc:chgData name="子閎 林" userId="d496ebd3736cf63e" providerId="LiveId" clId="{AC230BB9-3298-4F4D-A96D-03457173F509}" dt="2023-11-29T14:53:52.176" v="593" actId="20577"/>
        <pc:sldMkLst>
          <pc:docMk/>
          <pc:sldMk cId="4244166960" sldId="294"/>
        </pc:sldMkLst>
        <pc:spChg chg="mod">
          <ac:chgData name="子閎 林" userId="d496ebd3736cf63e" providerId="LiveId" clId="{AC230BB9-3298-4F4D-A96D-03457173F509}" dt="2023-11-29T14:53:52.176" v="593" actId="20577"/>
          <ac:spMkLst>
            <pc:docMk/>
            <pc:sldMk cId="4244166960" sldId="294"/>
            <ac:spMk id="11" creationId="{816F6109-DE76-FCE7-9C7C-5E8B8D9BA3C1}"/>
          </ac:spMkLst>
        </pc:spChg>
        <pc:spChg chg="mod">
          <ac:chgData name="子閎 林" userId="d496ebd3736cf63e" providerId="LiveId" clId="{AC230BB9-3298-4F4D-A96D-03457173F509}" dt="2023-11-29T14:53:47.507" v="587" actId="20577"/>
          <ac:spMkLst>
            <pc:docMk/>
            <pc:sldMk cId="4244166960" sldId="294"/>
            <ac:spMk id="12" creationId="{5372DC90-628C-EF03-12E6-B6CA9CAE3144}"/>
          </ac:spMkLst>
        </pc:spChg>
        <pc:picChg chg="del mod">
          <ac:chgData name="子閎 林" userId="d496ebd3736cf63e" providerId="LiveId" clId="{AC230BB9-3298-4F4D-A96D-03457173F509}" dt="2023-11-29T14:52:52.255" v="583" actId="478"/>
          <ac:picMkLst>
            <pc:docMk/>
            <pc:sldMk cId="4244166960" sldId="294"/>
            <ac:picMk id="5" creationId="{21803E01-9B45-521D-CA7C-130319C0BBFE}"/>
          </ac:picMkLst>
        </pc:picChg>
      </pc:sldChg>
      <pc:sldChg chg="del">
        <pc:chgData name="子閎 林" userId="d496ebd3736cf63e" providerId="LiveId" clId="{AC230BB9-3298-4F4D-A96D-03457173F509}" dt="2023-11-29T14:56:35.687" v="703" actId="47"/>
        <pc:sldMkLst>
          <pc:docMk/>
          <pc:sldMk cId="579289564" sldId="295"/>
        </pc:sldMkLst>
      </pc:sldChg>
      <pc:sldChg chg="del">
        <pc:chgData name="子閎 林" userId="d496ebd3736cf63e" providerId="LiveId" clId="{AC230BB9-3298-4F4D-A96D-03457173F509}" dt="2023-11-29T14:56:36.377" v="704" actId="47"/>
        <pc:sldMkLst>
          <pc:docMk/>
          <pc:sldMk cId="664079896" sldId="296"/>
        </pc:sldMkLst>
      </pc:sldChg>
      <pc:sldChg chg="del">
        <pc:chgData name="子閎 林" userId="d496ebd3736cf63e" providerId="LiveId" clId="{AC230BB9-3298-4F4D-A96D-03457173F509}" dt="2023-11-29T14:56:36.879" v="705" actId="47"/>
        <pc:sldMkLst>
          <pc:docMk/>
          <pc:sldMk cId="1221149584" sldId="297"/>
        </pc:sldMkLst>
      </pc:sldChg>
      <pc:sldChg chg="del">
        <pc:chgData name="子閎 林" userId="d496ebd3736cf63e" providerId="LiveId" clId="{AC230BB9-3298-4F4D-A96D-03457173F509}" dt="2023-11-29T14:57:20.589" v="732" actId="47"/>
        <pc:sldMkLst>
          <pc:docMk/>
          <pc:sldMk cId="1682954862" sldId="298"/>
        </pc:sldMkLst>
      </pc:sldChg>
      <pc:sldChg chg="del">
        <pc:chgData name="子閎 林" userId="d496ebd3736cf63e" providerId="LiveId" clId="{AC230BB9-3298-4F4D-A96D-03457173F509}" dt="2023-11-29T14:57:21.295" v="733" actId="47"/>
        <pc:sldMkLst>
          <pc:docMk/>
          <pc:sldMk cId="1793953592" sldId="299"/>
        </pc:sldMkLst>
      </pc:sldChg>
      <pc:sldChg chg="del">
        <pc:chgData name="子閎 林" userId="d496ebd3736cf63e" providerId="LiveId" clId="{AC230BB9-3298-4F4D-A96D-03457173F509}" dt="2023-11-29T14:57:21.798" v="734" actId="47"/>
        <pc:sldMkLst>
          <pc:docMk/>
          <pc:sldMk cId="1630937868" sldId="300"/>
        </pc:sldMkLst>
      </pc:sldChg>
      <pc:sldChg chg="del">
        <pc:chgData name="子閎 林" userId="d496ebd3736cf63e" providerId="LiveId" clId="{AC230BB9-3298-4F4D-A96D-03457173F509}" dt="2023-11-29T14:57:22.080" v="735" actId="47"/>
        <pc:sldMkLst>
          <pc:docMk/>
          <pc:sldMk cId="507267886" sldId="301"/>
        </pc:sldMkLst>
      </pc:sldChg>
      <pc:sldChg chg="del">
        <pc:chgData name="子閎 林" userId="d496ebd3736cf63e" providerId="LiveId" clId="{AC230BB9-3298-4F4D-A96D-03457173F509}" dt="2023-11-29T14:57:22.378" v="736" actId="47"/>
        <pc:sldMkLst>
          <pc:docMk/>
          <pc:sldMk cId="3442784029" sldId="302"/>
        </pc:sldMkLst>
      </pc:sldChg>
      <pc:sldChg chg="del">
        <pc:chgData name="子閎 林" userId="d496ebd3736cf63e" providerId="LiveId" clId="{AC230BB9-3298-4F4D-A96D-03457173F509}" dt="2023-11-29T14:57:22.645" v="737" actId="47"/>
        <pc:sldMkLst>
          <pc:docMk/>
          <pc:sldMk cId="1511501860" sldId="303"/>
        </pc:sldMkLst>
      </pc:sldChg>
      <pc:sldChg chg="del">
        <pc:chgData name="子閎 林" userId="d496ebd3736cf63e" providerId="LiveId" clId="{AC230BB9-3298-4F4D-A96D-03457173F509}" dt="2023-11-29T14:57:23.193" v="739" actId="47"/>
        <pc:sldMkLst>
          <pc:docMk/>
          <pc:sldMk cId="2495455126" sldId="304"/>
        </pc:sldMkLst>
      </pc:sldChg>
      <pc:sldChg chg="del">
        <pc:chgData name="子閎 林" userId="d496ebd3736cf63e" providerId="LiveId" clId="{AC230BB9-3298-4F4D-A96D-03457173F509}" dt="2023-11-29T14:57:23.460" v="740" actId="47"/>
        <pc:sldMkLst>
          <pc:docMk/>
          <pc:sldMk cId="4195981052" sldId="305"/>
        </pc:sldMkLst>
      </pc:sldChg>
      <pc:sldChg chg="del">
        <pc:chgData name="子閎 林" userId="d496ebd3736cf63e" providerId="LiveId" clId="{AC230BB9-3298-4F4D-A96D-03457173F509}" dt="2023-11-29T14:57:23.711" v="741" actId="47"/>
        <pc:sldMkLst>
          <pc:docMk/>
          <pc:sldMk cId="810426407" sldId="306"/>
        </pc:sldMkLst>
      </pc:sldChg>
      <pc:sldChg chg="del">
        <pc:chgData name="子閎 林" userId="d496ebd3736cf63e" providerId="LiveId" clId="{AC230BB9-3298-4F4D-A96D-03457173F509}" dt="2023-11-29T14:57:23.978" v="742" actId="47"/>
        <pc:sldMkLst>
          <pc:docMk/>
          <pc:sldMk cId="3979362357" sldId="307"/>
        </pc:sldMkLst>
      </pc:sldChg>
      <pc:sldChg chg="del">
        <pc:chgData name="子閎 林" userId="d496ebd3736cf63e" providerId="LiveId" clId="{AC230BB9-3298-4F4D-A96D-03457173F509}" dt="2023-11-29T14:57:24.245" v="743" actId="47"/>
        <pc:sldMkLst>
          <pc:docMk/>
          <pc:sldMk cId="58759768" sldId="308"/>
        </pc:sldMkLst>
      </pc:sldChg>
      <pc:sldChg chg="del">
        <pc:chgData name="子閎 林" userId="d496ebd3736cf63e" providerId="LiveId" clId="{AC230BB9-3298-4F4D-A96D-03457173F509}" dt="2023-11-29T14:57:25.233" v="745" actId="47"/>
        <pc:sldMkLst>
          <pc:docMk/>
          <pc:sldMk cId="2294739708" sldId="309"/>
        </pc:sldMkLst>
      </pc:sldChg>
      <pc:sldChg chg="del">
        <pc:chgData name="子閎 林" userId="d496ebd3736cf63e" providerId="LiveId" clId="{AC230BB9-3298-4F4D-A96D-03457173F509}" dt="2023-11-29T14:00:45.836" v="20" actId="47"/>
        <pc:sldMkLst>
          <pc:docMk/>
          <pc:sldMk cId="1310186478" sldId="310"/>
        </pc:sldMkLst>
      </pc:sldChg>
      <pc:sldChg chg="del">
        <pc:chgData name="子閎 林" userId="d496ebd3736cf63e" providerId="LiveId" clId="{AC230BB9-3298-4F4D-A96D-03457173F509}" dt="2023-11-29T14:00:46.333" v="21" actId="47"/>
        <pc:sldMkLst>
          <pc:docMk/>
          <pc:sldMk cId="2957655629" sldId="311"/>
        </pc:sldMkLst>
      </pc:sldChg>
      <pc:sldChg chg="del">
        <pc:chgData name="子閎 林" userId="d496ebd3736cf63e" providerId="LiveId" clId="{AC230BB9-3298-4F4D-A96D-03457173F509}" dt="2023-11-29T14:00:46.762" v="22" actId="47"/>
        <pc:sldMkLst>
          <pc:docMk/>
          <pc:sldMk cId="2853635927" sldId="312"/>
        </pc:sldMkLst>
      </pc:sldChg>
      <pc:sldChg chg="del">
        <pc:chgData name="子閎 林" userId="d496ebd3736cf63e" providerId="LiveId" clId="{AC230BB9-3298-4F4D-A96D-03457173F509}" dt="2023-11-29T14:00:47.126" v="23" actId="47"/>
        <pc:sldMkLst>
          <pc:docMk/>
          <pc:sldMk cId="1868642086" sldId="313"/>
        </pc:sldMkLst>
      </pc:sldChg>
      <pc:sldChg chg="del">
        <pc:chgData name="子閎 林" userId="d496ebd3736cf63e" providerId="LiveId" clId="{AC230BB9-3298-4F4D-A96D-03457173F509}" dt="2023-11-29T14:00:47.511" v="24" actId="47"/>
        <pc:sldMkLst>
          <pc:docMk/>
          <pc:sldMk cId="752156276" sldId="314"/>
        </pc:sldMkLst>
      </pc:sldChg>
      <pc:sldChg chg="modSp mod">
        <pc:chgData name="子閎 林" userId="d496ebd3736cf63e" providerId="LiveId" clId="{AC230BB9-3298-4F4D-A96D-03457173F509}" dt="2023-12-03T05:17:10.266" v="2968" actId="20577"/>
        <pc:sldMkLst>
          <pc:docMk/>
          <pc:sldMk cId="638158557" sldId="315"/>
        </pc:sldMkLst>
        <pc:spChg chg="mod">
          <ac:chgData name="子閎 林" userId="d496ebd3736cf63e" providerId="LiveId" clId="{AC230BB9-3298-4F4D-A96D-03457173F509}" dt="2023-12-03T05:17:10.266" v="2968" actId="20577"/>
          <ac:spMkLst>
            <pc:docMk/>
            <pc:sldMk cId="638158557" sldId="315"/>
            <ac:spMk id="12" creationId="{5372DC90-628C-EF03-12E6-B6CA9CAE3144}"/>
          </ac:spMkLst>
        </pc:spChg>
      </pc:sldChg>
      <pc:sldChg chg="del">
        <pc:chgData name="子閎 林" userId="d496ebd3736cf63e" providerId="LiveId" clId="{AC230BB9-3298-4F4D-A96D-03457173F509}" dt="2023-11-29T14:00:50.754" v="25" actId="47"/>
        <pc:sldMkLst>
          <pc:docMk/>
          <pc:sldMk cId="55419922" sldId="316"/>
        </pc:sldMkLst>
      </pc:sldChg>
      <pc:sldChg chg="del">
        <pc:chgData name="子閎 林" userId="d496ebd3736cf63e" providerId="LiveId" clId="{AC230BB9-3298-4F4D-A96D-03457173F509}" dt="2023-11-29T14:56:56.202" v="727" actId="47"/>
        <pc:sldMkLst>
          <pc:docMk/>
          <pc:sldMk cId="3700498884" sldId="317"/>
        </pc:sldMkLst>
      </pc:sldChg>
      <pc:sldChg chg="del">
        <pc:chgData name="子閎 林" userId="d496ebd3736cf63e" providerId="LiveId" clId="{AC230BB9-3298-4F4D-A96D-03457173F509}" dt="2023-11-29T14:57:22.927" v="738" actId="47"/>
        <pc:sldMkLst>
          <pc:docMk/>
          <pc:sldMk cId="1939061809" sldId="318"/>
        </pc:sldMkLst>
      </pc:sldChg>
      <pc:sldChg chg="del">
        <pc:chgData name="子閎 林" userId="d496ebd3736cf63e" providerId="LiveId" clId="{AC230BB9-3298-4F4D-A96D-03457173F509}" dt="2023-11-29T14:57:24.574" v="744" actId="47"/>
        <pc:sldMkLst>
          <pc:docMk/>
          <pc:sldMk cId="4019699266" sldId="319"/>
        </pc:sldMkLst>
      </pc:sldChg>
      <pc:sldChg chg="modSp add mod">
        <pc:chgData name="子閎 林" userId="d496ebd3736cf63e" providerId="LiveId" clId="{AC230BB9-3298-4F4D-A96D-03457173F509}" dt="2023-11-29T14:56:13.212" v="702" actId="20577"/>
        <pc:sldMkLst>
          <pc:docMk/>
          <pc:sldMk cId="3097795699" sldId="320"/>
        </pc:sldMkLst>
        <pc:spChg chg="mod">
          <ac:chgData name="子閎 林" userId="d496ebd3736cf63e" providerId="LiveId" clId="{AC230BB9-3298-4F4D-A96D-03457173F509}" dt="2023-11-29T14:53:59.332" v="595" actId="20577"/>
          <ac:spMkLst>
            <pc:docMk/>
            <pc:sldMk cId="3097795699" sldId="320"/>
            <ac:spMk id="11" creationId="{816F6109-DE76-FCE7-9C7C-5E8B8D9BA3C1}"/>
          </ac:spMkLst>
        </pc:spChg>
        <pc:spChg chg="mod">
          <ac:chgData name="子閎 林" userId="d496ebd3736cf63e" providerId="LiveId" clId="{AC230BB9-3298-4F4D-A96D-03457173F509}" dt="2023-11-29T14:56:13.212" v="702" actId="20577"/>
          <ac:spMkLst>
            <pc:docMk/>
            <pc:sldMk cId="3097795699" sldId="320"/>
            <ac:spMk id="12" creationId="{5372DC90-628C-EF03-12E6-B6CA9CAE3144}"/>
          </ac:spMkLst>
        </pc:spChg>
      </pc:sldChg>
      <pc:sldChg chg="modSp add mod ord">
        <pc:chgData name="子閎 林" userId="d496ebd3736cf63e" providerId="LiveId" clId="{AC230BB9-3298-4F4D-A96D-03457173F509}" dt="2023-12-03T08:30:03.694" v="4298" actId="20577"/>
        <pc:sldMkLst>
          <pc:docMk/>
          <pc:sldMk cId="133955391" sldId="321"/>
        </pc:sldMkLst>
        <pc:spChg chg="mod">
          <ac:chgData name="子閎 林" userId="d496ebd3736cf63e" providerId="LiveId" clId="{AC230BB9-3298-4F4D-A96D-03457173F509}" dt="2023-12-03T08:30:03.694" v="4298" actId="20577"/>
          <ac:spMkLst>
            <pc:docMk/>
            <pc:sldMk cId="133955391" sldId="321"/>
            <ac:spMk id="12" creationId="{5372DC90-628C-EF03-12E6-B6CA9CAE3144}"/>
          </ac:spMkLst>
        </pc:spChg>
      </pc:sldChg>
      <pc:sldChg chg="modSp add mod ord">
        <pc:chgData name="子閎 林" userId="d496ebd3736cf63e" providerId="LiveId" clId="{AC230BB9-3298-4F4D-A96D-03457173F509}" dt="2023-11-29T15:03:34.218" v="1260" actId="20577"/>
        <pc:sldMkLst>
          <pc:docMk/>
          <pc:sldMk cId="662547952" sldId="322"/>
        </pc:sldMkLst>
        <pc:spChg chg="mod">
          <ac:chgData name="子閎 林" userId="d496ebd3736cf63e" providerId="LiveId" clId="{AC230BB9-3298-4F4D-A96D-03457173F509}" dt="2023-11-29T14:57:45.983" v="762" actId="20577"/>
          <ac:spMkLst>
            <pc:docMk/>
            <pc:sldMk cId="662547952" sldId="322"/>
            <ac:spMk id="11" creationId="{816F6109-DE76-FCE7-9C7C-5E8B8D9BA3C1}"/>
          </ac:spMkLst>
        </pc:spChg>
        <pc:spChg chg="mod">
          <ac:chgData name="子閎 林" userId="d496ebd3736cf63e" providerId="LiveId" clId="{AC230BB9-3298-4F4D-A96D-03457173F509}" dt="2023-11-29T15:03:34.218" v="1260" actId="20577"/>
          <ac:spMkLst>
            <pc:docMk/>
            <pc:sldMk cId="662547952" sldId="322"/>
            <ac:spMk id="12" creationId="{5372DC90-628C-EF03-12E6-B6CA9CAE3144}"/>
          </ac:spMkLst>
        </pc:spChg>
      </pc:sldChg>
      <pc:sldChg chg="addSp modSp add mod">
        <pc:chgData name="子閎 林" userId="d496ebd3736cf63e" providerId="LiveId" clId="{AC230BB9-3298-4F4D-A96D-03457173F509}" dt="2023-11-29T15:25:34.440" v="1690" actId="20577"/>
        <pc:sldMkLst>
          <pc:docMk/>
          <pc:sldMk cId="619830805" sldId="323"/>
        </pc:sldMkLst>
        <pc:spChg chg="add mod">
          <ac:chgData name="子閎 林" userId="d496ebd3736cf63e" providerId="LiveId" clId="{AC230BB9-3298-4F4D-A96D-03457173F509}" dt="2023-11-29T15:25:34.440" v="1690" actId="20577"/>
          <ac:spMkLst>
            <pc:docMk/>
            <pc:sldMk cId="619830805" sldId="323"/>
            <ac:spMk id="5" creationId="{026897EC-CDF3-5BF4-A752-0F45D33B230D}"/>
          </ac:spMkLst>
        </pc:spChg>
        <pc:spChg chg="add mod">
          <ac:chgData name="子閎 林" userId="d496ebd3736cf63e" providerId="LiveId" clId="{AC230BB9-3298-4F4D-A96D-03457173F509}" dt="2023-11-29T15:10:56.655" v="1590" actId="207"/>
          <ac:spMkLst>
            <pc:docMk/>
            <pc:sldMk cId="619830805" sldId="323"/>
            <ac:spMk id="6" creationId="{01B29209-3E08-8639-A61C-084598E92FE2}"/>
          </ac:spMkLst>
        </pc:spChg>
        <pc:spChg chg="add mod">
          <ac:chgData name="子閎 林" userId="d496ebd3736cf63e" providerId="LiveId" clId="{AC230BB9-3298-4F4D-A96D-03457173F509}" dt="2023-11-29T15:10:59.588" v="1591" actId="207"/>
          <ac:spMkLst>
            <pc:docMk/>
            <pc:sldMk cId="619830805" sldId="323"/>
            <ac:spMk id="7" creationId="{E6914FDB-3C9A-2084-3CE5-47561379E8C3}"/>
          </ac:spMkLst>
        </pc:spChg>
        <pc:spChg chg="mod">
          <ac:chgData name="子閎 林" userId="d496ebd3736cf63e" providerId="LiveId" clId="{AC230BB9-3298-4F4D-A96D-03457173F509}" dt="2023-11-29T15:04:09.695" v="1262" actId="20577"/>
          <ac:spMkLst>
            <pc:docMk/>
            <pc:sldMk cId="619830805" sldId="323"/>
            <ac:spMk id="11" creationId="{816F6109-DE76-FCE7-9C7C-5E8B8D9BA3C1}"/>
          </ac:spMkLst>
        </pc:spChg>
        <pc:spChg chg="mod">
          <ac:chgData name="子閎 林" userId="d496ebd3736cf63e" providerId="LiveId" clId="{AC230BB9-3298-4F4D-A96D-03457173F509}" dt="2023-11-29T15:04:20.391" v="1272" actId="20577"/>
          <ac:spMkLst>
            <pc:docMk/>
            <pc:sldMk cId="619830805" sldId="323"/>
            <ac:spMk id="12" creationId="{5372DC90-628C-EF03-12E6-B6CA9CAE3144}"/>
          </ac:spMkLst>
        </pc:spChg>
      </pc:sldChg>
      <pc:sldChg chg="addSp delSp modSp add mod">
        <pc:chgData name="子閎 林" userId="d496ebd3736cf63e" providerId="LiveId" clId="{AC230BB9-3298-4F4D-A96D-03457173F509}" dt="2023-11-29T15:31:20.991" v="1692" actId="20577"/>
        <pc:sldMkLst>
          <pc:docMk/>
          <pc:sldMk cId="1175493789" sldId="324"/>
        </pc:sldMkLst>
        <pc:spChg chg="mod">
          <ac:chgData name="子閎 林" userId="d496ebd3736cf63e" providerId="LiveId" clId="{AC230BB9-3298-4F4D-A96D-03457173F509}" dt="2023-11-29T15:25:37.500" v="1691" actId="20577"/>
          <ac:spMkLst>
            <pc:docMk/>
            <pc:sldMk cId="1175493789" sldId="324"/>
            <ac:spMk id="5" creationId="{026897EC-CDF3-5BF4-A752-0F45D33B230D}"/>
          </ac:spMkLst>
        </pc:spChg>
        <pc:spChg chg="mod">
          <ac:chgData name="子閎 林" userId="d496ebd3736cf63e" providerId="LiveId" clId="{AC230BB9-3298-4F4D-A96D-03457173F509}" dt="2023-11-29T15:16:57.316" v="1631" actId="1076"/>
          <ac:spMkLst>
            <pc:docMk/>
            <pc:sldMk cId="1175493789" sldId="324"/>
            <ac:spMk id="6" creationId="{01B29209-3E08-8639-A61C-084598E92FE2}"/>
          </ac:spMkLst>
        </pc:spChg>
        <pc:spChg chg="del">
          <ac:chgData name="子閎 林" userId="d496ebd3736cf63e" providerId="LiveId" clId="{AC230BB9-3298-4F4D-A96D-03457173F509}" dt="2023-11-29T15:15:34.545" v="1617" actId="478"/>
          <ac:spMkLst>
            <pc:docMk/>
            <pc:sldMk cId="1175493789" sldId="324"/>
            <ac:spMk id="7" creationId="{E6914FDB-3C9A-2084-3CE5-47561379E8C3}"/>
          </ac:spMkLst>
        </pc:spChg>
        <pc:spChg chg="add mod">
          <ac:chgData name="子閎 林" userId="d496ebd3736cf63e" providerId="LiveId" clId="{AC230BB9-3298-4F4D-A96D-03457173F509}" dt="2023-11-29T15:16:57.316" v="1631" actId="1076"/>
          <ac:spMkLst>
            <pc:docMk/>
            <pc:sldMk cId="1175493789" sldId="324"/>
            <ac:spMk id="8" creationId="{C52C8F93-A60F-38D9-EE2D-34356E48FFFA}"/>
          </ac:spMkLst>
        </pc:spChg>
        <pc:spChg chg="add mod">
          <ac:chgData name="子閎 林" userId="d496ebd3736cf63e" providerId="LiveId" clId="{AC230BB9-3298-4F4D-A96D-03457173F509}" dt="2023-11-29T15:18:06.822" v="1689" actId="20577"/>
          <ac:spMkLst>
            <pc:docMk/>
            <pc:sldMk cId="1175493789" sldId="324"/>
            <ac:spMk id="9" creationId="{20EAAA24-5404-8DB5-85F2-D9048F010456}"/>
          </ac:spMkLst>
        </pc:spChg>
        <pc:spChg chg="mod">
          <ac:chgData name="子閎 林" userId="d496ebd3736cf63e" providerId="LiveId" clId="{AC230BB9-3298-4F4D-A96D-03457173F509}" dt="2023-11-29T15:31:20.991" v="1692" actId="20577"/>
          <ac:spMkLst>
            <pc:docMk/>
            <pc:sldMk cId="1175493789" sldId="324"/>
            <ac:spMk id="11" creationId="{816F6109-DE76-FCE7-9C7C-5E8B8D9BA3C1}"/>
          </ac:spMkLst>
        </pc:spChg>
        <pc:spChg chg="mod">
          <ac:chgData name="子閎 林" userId="d496ebd3736cf63e" providerId="LiveId" clId="{AC230BB9-3298-4F4D-A96D-03457173F509}" dt="2023-11-29T15:11:57.286" v="1593" actId="20577"/>
          <ac:spMkLst>
            <pc:docMk/>
            <pc:sldMk cId="1175493789" sldId="324"/>
            <ac:spMk id="12" creationId="{5372DC90-628C-EF03-12E6-B6CA9CAE3144}"/>
          </ac:spMkLst>
        </pc:spChg>
      </pc:sldChg>
      <pc:sldChg chg="addSp delSp modSp add mod addAnim delAnim modAnim">
        <pc:chgData name="子閎 林" userId="d496ebd3736cf63e" providerId="LiveId" clId="{AC230BB9-3298-4F4D-A96D-03457173F509}" dt="2023-11-29T15:44:50.856" v="1862" actId="20577"/>
        <pc:sldMkLst>
          <pc:docMk/>
          <pc:sldMk cId="4064024578" sldId="325"/>
        </pc:sldMkLst>
        <pc:spChg chg="del">
          <ac:chgData name="子閎 林" userId="d496ebd3736cf63e" providerId="LiveId" clId="{AC230BB9-3298-4F4D-A96D-03457173F509}" dt="2023-11-29T15:32:29.892" v="1694" actId="478"/>
          <ac:spMkLst>
            <pc:docMk/>
            <pc:sldMk cId="4064024578" sldId="325"/>
            <ac:spMk id="5" creationId="{026897EC-CDF3-5BF4-A752-0F45D33B230D}"/>
          </ac:spMkLst>
        </pc:spChg>
        <pc:spChg chg="del">
          <ac:chgData name="子閎 林" userId="d496ebd3736cf63e" providerId="LiveId" clId="{AC230BB9-3298-4F4D-A96D-03457173F509}" dt="2023-11-29T15:32:30.651" v="1695" actId="478"/>
          <ac:spMkLst>
            <pc:docMk/>
            <pc:sldMk cId="4064024578" sldId="325"/>
            <ac:spMk id="6" creationId="{01B29209-3E08-8639-A61C-084598E92FE2}"/>
          </ac:spMkLst>
        </pc:spChg>
        <pc:spChg chg="del">
          <ac:chgData name="子閎 林" userId="d496ebd3736cf63e" providerId="LiveId" clId="{AC230BB9-3298-4F4D-A96D-03457173F509}" dt="2023-11-29T15:32:32.722" v="1697" actId="478"/>
          <ac:spMkLst>
            <pc:docMk/>
            <pc:sldMk cId="4064024578" sldId="325"/>
            <ac:spMk id="8" creationId="{C52C8F93-A60F-38D9-EE2D-34356E48FFFA}"/>
          </ac:spMkLst>
        </pc:spChg>
        <pc:spChg chg="del">
          <ac:chgData name="子閎 林" userId="d496ebd3736cf63e" providerId="LiveId" clId="{AC230BB9-3298-4F4D-A96D-03457173F509}" dt="2023-11-29T15:32:31.712" v="1696" actId="478"/>
          <ac:spMkLst>
            <pc:docMk/>
            <pc:sldMk cId="4064024578" sldId="325"/>
            <ac:spMk id="9" creationId="{20EAAA24-5404-8DB5-85F2-D9048F010456}"/>
          </ac:spMkLst>
        </pc:spChg>
        <pc:spChg chg="mod">
          <ac:chgData name="子閎 林" userId="d496ebd3736cf63e" providerId="LiveId" clId="{AC230BB9-3298-4F4D-A96D-03457173F509}" dt="2023-11-29T15:44:50.856" v="1862" actId="20577"/>
          <ac:spMkLst>
            <pc:docMk/>
            <pc:sldMk cId="4064024578" sldId="325"/>
            <ac:spMk id="11" creationId="{816F6109-DE76-FCE7-9C7C-5E8B8D9BA3C1}"/>
          </ac:spMkLst>
        </pc:spChg>
        <pc:spChg chg="del">
          <ac:chgData name="子閎 林" userId="d496ebd3736cf63e" providerId="LiveId" clId="{AC230BB9-3298-4F4D-A96D-03457173F509}" dt="2023-11-29T15:44:31.584" v="1860" actId="478"/>
          <ac:spMkLst>
            <pc:docMk/>
            <pc:sldMk cId="4064024578" sldId="325"/>
            <ac:spMk id="12" creationId="{5372DC90-628C-EF03-12E6-B6CA9CAE3144}"/>
          </ac:spMkLst>
        </pc:spChg>
        <pc:spChg chg="mod topLvl">
          <ac:chgData name="子閎 林" userId="d496ebd3736cf63e" providerId="LiveId" clId="{AC230BB9-3298-4F4D-A96D-03457173F509}" dt="2023-11-29T15:44:16.261" v="1858" actId="165"/>
          <ac:spMkLst>
            <pc:docMk/>
            <pc:sldMk cId="4064024578" sldId="325"/>
            <ac:spMk id="13" creationId="{0DB3B3C9-E81B-D87F-5569-5ACB176C8697}"/>
          </ac:spMkLst>
        </pc:spChg>
        <pc:spChg chg="mod topLvl">
          <ac:chgData name="子閎 林" userId="d496ebd3736cf63e" providerId="LiveId" clId="{AC230BB9-3298-4F4D-A96D-03457173F509}" dt="2023-11-29T15:44:16.261" v="1858" actId="165"/>
          <ac:spMkLst>
            <pc:docMk/>
            <pc:sldMk cId="4064024578" sldId="325"/>
            <ac:spMk id="14" creationId="{1DD3BC2D-5AE0-679A-F6CC-F4DBBFE135D5}"/>
          </ac:spMkLst>
        </pc:spChg>
        <pc:spChg chg="mod topLvl">
          <ac:chgData name="子閎 林" userId="d496ebd3736cf63e" providerId="LiveId" clId="{AC230BB9-3298-4F4D-A96D-03457173F509}" dt="2023-11-29T15:44:16.261" v="1858" actId="165"/>
          <ac:spMkLst>
            <pc:docMk/>
            <pc:sldMk cId="4064024578" sldId="325"/>
            <ac:spMk id="16" creationId="{94F7C68F-8AC0-E7C8-D36C-985FF78FC991}"/>
          </ac:spMkLst>
        </pc:spChg>
        <pc:spChg chg="mod topLvl">
          <ac:chgData name="子閎 林" userId="d496ebd3736cf63e" providerId="LiveId" clId="{AC230BB9-3298-4F4D-A96D-03457173F509}" dt="2023-11-29T15:44:16.261" v="1858" actId="165"/>
          <ac:spMkLst>
            <pc:docMk/>
            <pc:sldMk cId="4064024578" sldId="325"/>
            <ac:spMk id="17" creationId="{A3841742-A2F4-E922-DC1E-7A941FE2D427}"/>
          </ac:spMkLst>
        </pc:spChg>
        <pc:spChg chg="mod topLvl">
          <ac:chgData name="子閎 林" userId="d496ebd3736cf63e" providerId="LiveId" clId="{AC230BB9-3298-4F4D-A96D-03457173F509}" dt="2023-11-29T15:44:16.261" v="1858" actId="165"/>
          <ac:spMkLst>
            <pc:docMk/>
            <pc:sldMk cId="4064024578" sldId="325"/>
            <ac:spMk id="19" creationId="{6F97970A-2E8B-AD81-693E-09B8688A0008}"/>
          </ac:spMkLst>
        </pc:spChg>
        <pc:spChg chg="mod topLvl">
          <ac:chgData name="子閎 林" userId="d496ebd3736cf63e" providerId="LiveId" clId="{AC230BB9-3298-4F4D-A96D-03457173F509}" dt="2023-11-29T15:44:16.261" v="1858" actId="165"/>
          <ac:spMkLst>
            <pc:docMk/>
            <pc:sldMk cId="4064024578" sldId="325"/>
            <ac:spMk id="20" creationId="{F7C6FC1C-BCC4-DFF0-5497-5D4F1A32E5C8}"/>
          </ac:spMkLst>
        </pc:spChg>
        <pc:spChg chg="mod topLvl">
          <ac:chgData name="子閎 林" userId="d496ebd3736cf63e" providerId="LiveId" clId="{AC230BB9-3298-4F4D-A96D-03457173F509}" dt="2023-11-29T15:44:16.261" v="1858" actId="165"/>
          <ac:spMkLst>
            <pc:docMk/>
            <pc:sldMk cId="4064024578" sldId="325"/>
            <ac:spMk id="44" creationId="{3B5ADB7B-CA82-7D6B-69C4-90A50A7F66C4}"/>
          </ac:spMkLst>
        </pc:spChg>
        <pc:spChg chg="mod topLvl">
          <ac:chgData name="子閎 林" userId="d496ebd3736cf63e" providerId="LiveId" clId="{AC230BB9-3298-4F4D-A96D-03457173F509}" dt="2023-11-29T15:44:16.261" v="1858" actId="165"/>
          <ac:spMkLst>
            <pc:docMk/>
            <pc:sldMk cId="4064024578" sldId="325"/>
            <ac:spMk id="45" creationId="{028F7E7E-6FF1-17F2-A2B7-905CBB2A1D0A}"/>
          </ac:spMkLst>
        </pc:spChg>
        <pc:spChg chg="mod topLvl">
          <ac:chgData name="子閎 林" userId="d496ebd3736cf63e" providerId="LiveId" clId="{AC230BB9-3298-4F4D-A96D-03457173F509}" dt="2023-11-29T15:44:16.261" v="1858" actId="165"/>
          <ac:spMkLst>
            <pc:docMk/>
            <pc:sldMk cId="4064024578" sldId="325"/>
            <ac:spMk id="47" creationId="{26B9F6FA-8DDE-0B32-ECB3-B90EE90915EF}"/>
          </ac:spMkLst>
        </pc:spChg>
        <pc:spChg chg="mod topLvl">
          <ac:chgData name="子閎 林" userId="d496ebd3736cf63e" providerId="LiveId" clId="{AC230BB9-3298-4F4D-A96D-03457173F509}" dt="2023-11-29T15:44:16.261" v="1858" actId="165"/>
          <ac:spMkLst>
            <pc:docMk/>
            <pc:sldMk cId="4064024578" sldId="325"/>
            <ac:spMk id="48" creationId="{8B44094A-920C-2F3F-2BB6-67105C75A805}"/>
          </ac:spMkLst>
        </pc:spChg>
        <pc:spChg chg="mod topLvl">
          <ac:chgData name="子閎 林" userId="d496ebd3736cf63e" providerId="LiveId" clId="{AC230BB9-3298-4F4D-A96D-03457173F509}" dt="2023-11-29T15:44:16.261" v="1858" actId="165"/>
          <ac:spMkLst>
            <pc:docMk/>
            <pc:sldMk cId="4064024578" sldId="325"/>
            <ac:spMk id="50" creationId="{8B7F4E98-3DFC-8E93-D111-FF6728E2A594}"/>
          </ac:spMkLst>
        </pc:spChg>
        <pc:spChg chg="mod topLvl">
          <ac:chgData name="子閎 林" userId="d496ebd3736cf63e" providerId="LiveId" clId="{AC230BB9-3298-4F4D-A96D-03457173F509}" dt="2023-11-29T15:44:16.261" v="1858" actId="165"/>
          <ac:spMkLst>
            <pc:docMk/>
            <pc:sldMk cId="4064024578" sldId="325"/>
            <ac:spMk id="51" creationId="{40E2CCCA-E54E-E867-1B2C-914F30AE3CCF}"/>
          </ac:spMkLst>
        </pc:spChg>
        <pc:spChg chg="mod topLvl">
          <ac:chgData name="子閎 林" userId="d496ebd3736cf63e" providerId="LiveId" clId="{AC230BB9-3298-4F4D-A96D-03457173F509}" dt="2023-11-29T15:44:16.261" v="1858" actId="165"/>
          <ac:spMkLst>
            <pc:docMk/>
            <pc:sldMk cId="4064024578" sldId="325"/>
            <ac:spMk id="93" creationId="{A93AE403-A22E-B128-4DA2-B100ECCB7C36}"/>
          </ac:spMkLst>
        </pc:spChg>
        <pc:spChg chg="mod topLvl">
          <ac:chgData name="子閎 林" userId="d496ebd3736cf63e" providerId="LiveId" clId="{AC230BB9-3298-4F4D-A96D-03457173F509}" dt="2023-11-29T15:44:16.261" v="1858" actId="165"/>
          <ac:spMkLst>
            <pc:docMk/>
            <pc:sldMk cId="4064024578" sldId="325"/>
            <ac:spMk id="94" creationId="{5BCD3740-5312-EC1A-730F-4CE254822A56}"/>
          </ac:spMkLst>
        </pc:spChg>
        <pc:grpChg chg="add del mod">
          <ac:chgData name="子閎 林" userId="d496ebd3736cf63e" providerId="LiveId" clId="{AC230BB9-3298-4F4D-A96D-03457173F509}" dt="2023-11-29T15:44:43.682" v="1861" actId="1076"/>
          <ac:grpSpMkLst>
            <pc:docMk/>
            <pc:sldMk cId="4064024578" sldId="325"/>
            <ac:grpSpMk id="7" creationId="{60E030BB-8733-D7C0-ACCE-6D09DBEE3628}"/>
          </ac:grpSpMkLst>
        </pc:grpChg>
        <pc:grpChg chg="add del mod">
          <ac:chgData name="子閎 林" userId="d496ebd3736cf63e" providerId="LiveId" clId="{AC230BB9-3298-4F4D-A96D-03457173F509}" dt="2023-11-29T15:44:43.682" v="1861" actId="1076"/>
          <ac:grpSpMkLst>
            <pc:docMk/>
            <pc:sldMk cId="4064024578" sldId="325"/>
            <ac:grpSpMk id="15" creationId="{2AD3602A-7FB7-EA0B-5AB3-AC69B7A44B72}"/>
          </ac:grpSpMkLst>
        </pc:grpChg>
        <pc:grpChg chg="add del mod">
          <ac:chgData name="子閎 林" userId="d496ebd3736cf63e" providerId="LiveId" clId="{AC230BB9-3298-4F4D-A96D-03457173F509}" dt="2023-11-29T15:44:43.682" v="1861" actId="1076"/>
          <ac:grpSpMkLst>
            <pc:docMk/>
            <pc:sldMk cId="4064024578" sldId="325"/>
            <ac:grpSpMk id="18" creationId="{E8794B9F-1807-C92E-F141-18AE86B90B19}"/>
          </ac:grpSpMkLst>
        </pc:grpChg>
        <pc:grpChg chg="add del mod">
          <ac:chgData name="子閎 林" userId="d496ebd3736cf63e" providerId="LiveId" clId="{AC230BB9-3298-4F4D-A96D-03457173F509}" dt="2023-11-29T15:44:43.682" v="1861" actId="1076"/>
          <ac:grpSpMkLst>
            <pc:docMk/>
            <pc:sldMk cId="4064024578" sldId="325"/>
            <ac:grpSpMk id="43" creationId="{792B9AF6-0E1B-91B6-3ED1-C6BF32F0A613}"/>
          </ac:grpSpMkLst>
        </pc:grpChg>
        <pc:grpChg chg="add del mod">
          <ac:chgData name="子閎 林" userId="d496ebd3736cf63e" providerId="LiveId" clId="{AC230BB9-3298-4F4D-A96D-03457173F509}" dt="2023-11-29T15:44:43.682" v="1861" actId="1076"/>
          <ac:grpSpMkLst>
            <pc:docMk/>
            <pc:sldMk cId="4064024578" sldId="325"/>
            <ac:grpSpMk id="46" creationId="{6B3019E0-7E57-6736-C650-1EEB543089E5}"/>
          </ac:grpSpMkLst>
        </pc:grpChg>
        <pc:grpChg chg="add del mod">
          <ac:chgData name="子閎 林" userId="d496ebd3736cf63e" providerId="LiveId" clId="{AC230BB9-3298-4F4D-A96D-03457173F509}" dt="2023-11-29T15:44:43.682" v="1861" actId="1076"/>
          <ac:grpSpMkLst>
            <pc:docMk/>
            <pc:sldMk cId="4064024578" sldId="325"/>
            <ac:grpSpMk id="49" creationId="{B75BD4A9-E998-AD78-D0F5-CDA6B46BEE56}"/>
          </ac:grpSpMkLst>
        </pc:grpChg>
        <pc:grpChg chg="add del mod">
          <ac:chgData name="子閎 林" userId="d496ebd3736cf63e" providerId="LiveId" clId="{AC230BB9-3298-4F4D-A96D-03457173F509}" dt="2023-11-29T15:44:43.682" v="1861" actId="1076"/>
          <ac:grpSpMkLst>
            <pc:docMk/>
            <pc:sldMk cId="4064024578" sldId="325"/>
            <ac:grpSpMk id="92" creationId="{5B2703A1-C565-C01E-51BF-128686A133F2}"/>
          </ac:grpSpMkLst>
        </pc:grpChg>
        <pc:grpChg chg="add mod">
          <ac:chgData name="子閎 林" userId="d496ebd3736cf63e" providerId="LiveId" clId="{AC230BB9-3298-4F4D-A96D-03457173F509}" dt="2023-11-29T15:44:09.963" v="1857" actId="338"/>
          <ac:grpSpMkLst>
            <pc:docMk/>
            <pc:sldMk cId="4064024578" sldId="325"/>
            <ac:grpSpMk id="96" creationId="{238C4077-6D05-1F4C-5EE4-9AE25DF057DA}"/>
          </ac:grpSpMkLst>
        </pc:grpChg>
        <pc:grpChg chg="add mod">
          <ac:chgData name="子閎 林" userId="d496ebd3736cf63e" providerId="LiveId" clId="{AC230BB9-3298-4F4D-A96D-03457173F509}" dt="2023-11-29T15:44:09.963" v="1857" actId="338"/>
          <ac:grpSpMkLst>
            <pc:docMk/>
            <pc:sldMk cId="4064024578" sldId="325"/>
            <ac:grpSpMk id="97" creationId="{3C5D5204-D376-DF6D-8B10-7CBC96DB34BD}"/>
          </ac:grpSpMkLst>
        </pc:grpChg>
        <pc:grpChg chg="add mod">
          <ac:chgData name="子閎 林" userId="d496ebd3736cf63e" providerId="LiveId" clId="{AC230BB9-3298-4F4D-A96D-03457173F509}" dt="2023-11-29T15:44:09.963" v="1857" actId="338"/>
          <ac:grpSpMkLst>
            <pc:docMk/>
            <pc:sldMk cId="4064024578" sldId="325"/>
            <ac:grpSpMk id="98" creationId="{34D893D0-1770-FE09-C298-3C1F94C66E72}"/>
          </ac:grpSpMkLst>
        </pc:grpChg>
        <pc:grpChg chg="add mod">
          <ac:chgData name="子閎 林" userId="d496ebd3736cf63e" providerId="LiveId" clId="{AC230BB9-3298-4F4D-A96D-03457173F509}" dt="2023-11-29T15:44:09.963" v="1857" actId="338"/>
          <ac:grpSpMkLst>
            <pc:docMk/>
            <pc:sldMk cId="4064024578" sldId="325"/>
            <ac:grpSpMk id="99" creationId="{7D0EC240-4370-46C2-AA32-D72B2FDA8EC3}"/>
          </ac:grpSpMkLst>
        </pc:grpChg>
        <pc:grpChg chg="add mod">
          <ac:chgData name="子閎 林" userId="d496ebd3736cf63e" providerId="LiveId" clId="{AC230BB9-3298-4F4D-A96D-03457173F509}" dt="2023-11-29T15:44:09.963" v="1857" actId="338"/>
          <ac:grpSpMkLst>
            <pc:docMk/>
            <pc:sldMk cId="4064024578" sldId="325"/>
            <ac:grpSpMk id="100" creationId="{066743C4-F86D-03CB-1D66-ED0BD04E7060}"/>
          </ac:grpSpMkLst>
        </pc:grpChg>
        <pc:grpChg chg="add mod">
          <ac:chgData name="子閎 林" userId="d496ebd3736cf63e" providerId="LiveId" clId="{AC230BB9-3298-4F4D-A96D-03457173F509}" dt="2023-11-29T15:44:09.963" v="1857" actId="338"/>
          <ac:grpSpMkLst>
            <pc:docMk/>
            <pc:sldMk cId="4064024578" sldId="325"/>
            <ac:grpSpMk id="101" creationId="{E10AA1C6-303A-7A15-CCC7-F64100FD7751}"/>
          </ac:grpSpMkLst>
        </pc:grpChg>
        <pc:grpChg chg="add mod">
          <ac:chgData name="子閎 林" userId="d496ebd3736cf63e" providerId="LiveId" clId="{AC230BB9-3298-4F4D-A96D-03457173F509}" dt="2023-11-29T15:44:09.963" v="1857" actId="338"/>
          <ac:grpSpMkLst>
            <pc:docMk/>
            <pc:sldMk cId="4064024578" sldId="325"/>
            <ac:grpSpMk id="102" creationId="{A379368A-1A9E-848F-3A0A-9D033FAEA1BF}"/>
          </ac:grpSpMkLst>
        </pc:grpChg>
        <pc:graphicFrameChg chg="add del mod modGraphic">
          <ac:chgData name="子閎 林" userId="d496ebd3736cf63e" providerId="LiveId" clId="{AC230BB9-3298-4F4D-A96D-03457173F509}" dt="2023-11-29T15:44:43.682" v="1861" actId="1076"/>
          <ac:graphicFrameMkLst>
            <pc:docMk/>
            <pc:sldMk cId="4064024578" sldId="325"/>
            <ac:graphicFrameMk id="21" creationId="{2E2BC048-B9E1-3CD1-C477-C69A129627E1}"/>
          </ac:graphicFrameMkLst>
        </pc:graphicFrameChg>
        <pc:graphicFrameChg chg="add mod modGraphic">
          <ac:chgData name="子閎 林" userId="d496ebd3736cf63e" providerId="LiveId" clId="{AC230BB9-3298-4F4D-A96D-03457173F509}" dt="2023-11-29T15:44:43.682" v="1861" actId="1076"/>
          <ac:graphicFrameMkLst>
            <pc:docMk/>
            <pc:sldMk cId="4064024578" sldId="325"/>
            <ac:graphicFrameMk id="82" creationId="{F1AA2B5F-A31C-46D1-E877-B81CC090B23C}"/>
          </ac:graphicFrameMkLst>
        </pc:graphicFrameChg>
        <pc:cxnChg chg="add mod">
          <ac:chgData name="子閎 林" userId="d496ebd3736cf63e" providerId="LiveId" clId="{AC230BB9-3298-4F4D-A96D-03457173F509}" dt="2023-11-29T15:44:43.682" v="1861" actId="1076"/>
          <ac:cxnSpMkLst>
            <pc:docMk/>
            <pc:sldMk cId="4064024578" sldId="325"/>
            <ac:cxnSpMk id="22" creationId="{7DDC5EE3-5FA3-2393-EC93-7B3523AE3736}"/>
          </ac:cxnSpMkLst>
        </pc:cxnChg>
        <pc:cxnChg chg="add mod">
          <ac:chgData name="子閎 林" userId="d496ebd3736cf63e" providerId="LiveId" clId="{AC230BB9-3298-4F4D-A96D-03457173F509}" dt="2023-11-29T15:44:43.682" v="1861" actId="1076"/>
          <ac:cxnSpMkLst>
            <pc:docMk/>
            <pc:sldMk cId="4064024578" sldId="325"/>
            <ac:cxnSpMk id="25" creationId="{3FE52737-E877-4176-2B45-EE67EEA6628E}"/>
          </ac:cxnSpMkLst>
        </pc:cxnChg>
        <pc:cxnChg chg="add mod">
          <ac:chgData name="子閎 林" userId="d496ebd3736cf63e" providerId="LiveId" clId="{AC230BB9-3298-4F4D-A96D-03457173F509}" dt="2023-11-29T15:44:43.682" v="1861" actId="1076"/>
          <ac:cxnSpMkLst>
            <pc:docMk/>
            <pc:sldMk cId="4064024578" sldId="325"/>
            <ac:cxnSpMk id="28" creationId="{E1B6587A-27C8-C235-31EE-330814F79E1B}"/>
          </ac:cxnSpMkLst>
        </pc:cxnChg>
        <pc:cxnChg chg="add del mod">
          <ac:chgData name="子閎 林" userId="d496ebd3736cf63e" providerId="LiveId" clId="{AC230BB9-3298-4F4D-A96D-03457173F509}" dt="2023-11-29T15:40:58.133" v="1809" actId="478"/>
          <ac:cxnSpMkLst>
            <pc:docMk/>
            <pc:sldMk cId="4064024578" sldId="325"/>
            <ac:cxnSpMk id="53" creationId="{362B7C5D-D959-453F-B828-01D7BC74BAA1}"/>
          </ac:cxnSpMkLst>
        </pc:cxnChg>
        <pc:cxnChg chg="add del mod">
          <ac:chgData name="子閎 林" userId="d496ebd3736cf63e" providerId="LiveId" clId="{AC230BB9-3298-4F4D-A96D-03457173F509}" dt="2023-11-29T15:40:58.133" v="1809" actId="478"/>
          <ac:cxnSpMkLst>
            <pc:docMk/>
            <pc:sldMk cId="4064024578" sldId="325"/>
            <ac:cxnSpMk id="54" creationId="{35D84DC6-9DFE-A5AD-0725-6723D7F17C3B}"/>
          </ac:cxnSpMkLst>
        </pc:cxnChg>
        <pc:cxnChg chg="add del mod">
          <ac:chgData name="子閎 林" userId="d496ebd3736cf63e" providerId="LiveId" clId="{AC230BB9-3298-4F4D-A96D-03457173F509}" dt="2023-11-29T15:40:58.133" v="1809" actId="478"/>
          <ac:cxnSpMkLst>
            <pc:docMk/>
            <pc:sldMk cId="4064024578" sldId="325"/>
            <ac:cxnSpMk id="55" creationId="{CBE413AC-C873-F2B9-DFEB-F799510A7223}"/>
          </ac:cxnSpMkLst>
        </pc:cxnChg>
        <pc:cxnChg chg="add mod">
          <ac:chgData name="子閎 林" userId="d496ebd3736cf63e" providerId="LiveId" clId="{AC230BB9-3298-4F4D-A96D-03457173F509}" dt="2023-11-29T15:44:43.682" v="1861" actId="1076"/>
          <ac:cxnSpMkLst>
            <pc:docMk/>
            <pc:sldMk cId="4064024578" sldId="325"/>
            <ac:cxnSpMk id="75" creationId="{987476CB-22EC-9F3D-42B9-1A21C0E4F2A7}"/>
          </ac:cxnSpMkLst>
        </pc:cxnChg>
        <pc:cxnChg chg="add mod">
          <ac:chgData name="子閎 林" userId="d496ebd3736cf63e" providerId="LiveId" clId="{AC230BB9-3298-4F4D-A96D-03457173F509}" dt="2023-11-29T15:44:43.682" v="1861" actId="1076"/>
          <ac:cxnSpMkLst>
            <pc:docMk/>
            <pc:sldMk cId="4064024578" sldId="325"/>
            <ac:cxnSpMk id="76" creationId="{ACA2B9A6-DC85-12CD-FF56-A9A9B1F0964D}"/>
          </ac:cxnSpMkLst>
        </pc:cxnChg>
        <pc:cxnChg chg="add mod">
          <ac:chgData name="子閎 林" userId="d496ebd3736cf63e" providerId="LiveId" clId="{AC230BB9-3298-4F4D-A96D-03457173F509}" dt="2023-11-29T15:44:43.682" v="1861" actId="1076"/>
          <ac:cxnSpMkLst>
            <pc:docMk/>
            <pc:sldMk cId="4064024578" sldId="325"/>
            <ac:cxnSpMk id="77" creationId="{E90AED56-6F81-DED7-D3BD-84C2D45E8B3C}"/>
          </ac:cxnSpMkLst>
        </pc:cxnChg>
        <pc:cxnChg chg="add mod">
          <ac:chgData name="子閎 林" userId="d496ebd3736cf63e" providerId="LiveId" clId="{AC230BB9-3298-4F4D-A96D-03457173F509}" dt="2023-11-29T15:44:43.682" v="1861" actId="1076"/>
          <ac:cxnSpMkLst>
            <pc:docMk/>
            <pc:sldMk cId="4064024578" sldId="325"/>
            <ac:cxnSpMk id="83" creationId="{D523ED88-2FC5-4CFD-1FDC-606713517C8E}"/>
          </ac:cxnSpMkLst>
        </pc:cxnChg>
        <pc:cxnChg chg="add mod">
          <ac:chgData name="子閎 林" userId="d496ebd3736cf63e" providerId="LiveId" clId="{AC230BB9-3298-4F4D-A96D-03457173F509}" dt="2023-11-29T15:44:43.682" v="1861" actId="1076"/>
          <ac:cxnSpMkLst>
            <pc:docMk/>
            <pc:sldMk cId="4064024578" sldId="325"/>
            <ac:cxnSpMk id="86" creationId="{88BCC107-1ED2-08CA-1DB6-8D8FEE1C72CB}"/>
          </ac:cxnSpMkLst>
        </pc:cxnChg>
        <pc:cxnChg chg="add mod">
          <ac:chgData name="子閎 林" userId="d496ebd3736cf63e" providerId="LiveId" clId="{AC230BB9-3298-4F4D-A96D-03457173F509}" dt="2023-11-29T15:44:43.682" v="1861" actId="1076"/>
          <ac:cxnSpMkLst>
            <pc:docMk/>
            <pc:sldMk cId="4064024578" sldId="325"/>
            <ac:cxnSpMk id="89" creationId="{D524DAA0-B457-1EC4-BA62-98764BFC047A}"/>
          </ac:cxnSpMkLst>
        </pc:cxnChg>
        <pc:cxnChg chg="add mod">
          <ac:chgData name="子閎 林" userId="d496ebd3736cf63e" providerId="LiveId" clId="{AC230BB9-3298-4F4D-A96D-03457173F509}" dt="2023-11-29T15:44:43.682" v="1861" actId="1076"/>
          <ac:cxnSpMkLst>
            <pc:docMk/>
            <pc:sldMk cId="4064024578" sldId="325"/>
            <ac:cxnSpMk id="95" creationId="{C0FE0AA1-35BE-31DB-C372-A17D6EAA711E}"/>
          </ac:cxnSpMkLst>
        </pc:cxnChg>
      </pc:sldChg>
      <pc:sldChg chg="addSp delSp modSp add mod">
        <pc:chgData name="子閎 林" userId="d496ebd3736cf63e" providerId="LiveId" clId="{AC230BB9-3298-4F4D-A96D-03457173F509}" dt="2023-12-03T04:55:36.532" v="2305" actId="20577"/>
        <pc:sldMkLst>
          <pc:docMk/>
          <pc:sldMk cId="732078181" sldId="326"/>
        </pc:sldMkLst>
        <pc:spChg chg="add mod">
          <ac:chgData name="子閎 林" userId="d496ebd3736cf63e" providerId="LiveId" clId="{AC230BB9-3298-4F4D-A96D-03457173F509}" dt="2023-11-29T15:47:31.713" v="1911" actId="164"/>
          <ac:spMkLst>
            <pc:docMk/>
            <pc:sldMk cId="732078181" sldId="326"/>
            <ac:spMk id="5" creationId="{525E9229-C318-2EF5-9F11-B86E3DCEE7DA}"/>
          </ac:spMkLst>
        </pc:spChg>
        <pc:spChg chg="add mod">
          <ac:chgData name="子閎 林" userId="d496ebd3736cf63e" providerId="LiveId" clId="{AC230BB9-3298-4F4D-A96D-03457173F509}" dt="2023-11-29T15:47:31.713" v="1911" actId="164"/>
          <ac:spMkLst>
            <pc:docMk/>
            <pc:sldMk cId="732078181" sldId="326"/>
            <ac:spMk id="6" creationId="{E23D3FF2-B02D-910F-5210-892FA43A9ADD}"/>
          </ac:spMkLst>
        </pc:spChg>
        <pc:spChg chg="mod">
          <ac:chgData name="子閎 林" userId="d496ebd3736cf63e" providerId="LiveId" clId="{AC230BB9-3298-4F4D-A96D-03457173F509}" dt="2023-12-03T04:55:36.532" v="2305" actId="20577"/>
          <ac:spMkLst>
            <pc:docMk/>
            <pc:sldMk cId="732078181" sldId="326"/>
            <ac:spMk id="48" creationId="{8B44094A-920C-2F3F-2BB6-67105C75A805}"/>
          </ac:spMkLst>
        </pc:spChg>
        <pc:grpChg chg="mod">
          <ac:chgData name="子閎 林" userId="d496ebd3736cf63e" providerId="LiveId" clId="{AC230BB9-3298-4F4D-A96D-03457173F509}" dt="2023-11-29T15:47:31.713" v="1911" actId="164"/>
          <ac:grpSpMkLst>
            <pc:docMk/>
            <pc:sldMk cId="732078181" sldId="326"/>
            <ac:grpSpMk id="7" creationId="{60E030BB-8733-D7C0-ACCE-6D09DBEE3628}"/>
          </ac:grpSpMkLst>
        </pc:grpChg>
        <pc:grpChg chg="add mod">
          <ac:chgData name="子閎 林" userId="d496ebd3736cf63e" providerId="LiveId" clId="{AC230BB9-3298-4F4D-A96D-03457173F509}" dt="2023-11-29T15:47:38.731" v="1912" actId="1076"/>
          <ac:grpSpMkLst>
            <pc:docMk/>
            <pc:sldMk cId="732078181" sldId="326"/>
            <ac:grpSpMk id="8" creationId="{7EB60BC2-A154-C7BF-224B-5435E998A49F}"/>
          </ac:grpSpMkLst>
        </pc:grpChg>
        <pc:grpChg chg="mod">
          <ac:chgData name="子閎 林" userId="d496ebd3736cf63e" providerId="LiveId" clId="{AC230BB9-3298-4F4D-A96D-03457173F509}" dt="2023-11-29T15:47:31.713" v="1911" actId="164"/>
          <ac:grpSpMkLst>
            <pc:docMk/>
            <pc:sldMk cId="732078181" sldId="326"/>
            <ac:grpSpMk id="15" creationId="{2AD3602A-7FB7-EA0B-5AB3-AC69B7A44B72}"/>
          </ac:grpSpMkLst>
        </pc:grpChg>
        <pc:grpChg chg="mod">
          <ac:chgData name="子閎 林" userId="d496ebd3736cf63e" providerId="LiveId" clId="{AC230BB9-3298-4F4D-A96D-03457173F509}" dt="2023-11-29T15:47:31.713" v="1911" actId="164"/>
          <ac:grpSpMkLst>
            <pc:docMk/>
            <pc:sldMk cId="732078181" sldId="326"/>
            <ac:grpSpMk id="18" creationId="{E8794B9F-1807-C92E-F141-18AE86B90B19}"/>
          </ac:grpSpMkLst>
        </pc:grpChg>
        <pc:grpChg chg="mod">
          <ac:chgData name="子閎 林" userId="d496ebd3736cf63e" providerId="LiveId" clId="{AC230BB9-3298-4F4D-A96D-03457173F509}" dt="2023-11-29T15:47:31.713" v="1911" actId="164"/>
          <ac:grpSpMkLst>
            <pc:docMk/>
            <pc:sldMk cId="732078181" sldId="326"/>
            <ac:grpSpMk id="43" creationId="{792B9AF6-0E1B-91B6-3ED1-C6BF32F0A613}"/>
          </ac:grpSpMkLst>
        </pc:grpChg>
        <pc:grpChg chg="mod">
          <ac:chgData name="子閎 林" userId="d496ebd3736cf63e" providerId="LiveId" clId="{AC230BB9-3298-4F4D-A96D-03457173F509}" dt="2023-11-29T15:47:31.713" v="1911" actId="164"/>
          <ac:grpSpMkLst>
            <pc:docMk/>
            <pc:sldMk cId="732078181" sldId="326"/>
            <ac:grpSpMk id="46" creationId="{6B3019E0-7E57-6736-C650-1EEB543089E5}"/>
          </ac:grpSpMkLst>
        </pc:grpChg>
        <pc:grpChg chg="mod">
          <ac:chgData name="子閎 林" userId="d496ebd3736cf63e" providerId="LiveId" clId="{AC230BB9-3298-4F4D-A96D-03457173F509}" dt="2023-11-29T15:47:31.713" v="1911" actId="164"/>
          <ac:grpSpMkLst>
            <pc:docMk/>
            <pc:sldMk cId="732078181" sldId="326"/>
            <ac:grpSpMk id="49" creationId="{B75BD4A9-E998-AD78-D0F5-CDA6B46BEE56}"/>
          </ac:grpSpMkLst>
        </pc:grpChg>
        <pc:grpChg chg="mod">
          <ac:chgData name="子閎 林" userId="d496ebd3736cf63e" providerId="LiveId" clId="{AC230BB9-3298-4F4D-A96D-03457173F509}" dt="2023-11-29T15:47:31.713" v="1911" actId="164"/>
          <ac:grpSpMkLst>
            <pc:docMk/>
            <pc:sldMk cId="732078181" sldId="326"/>
            <ac:grpSpMk id="92" creationId="{5B2703A1-C565-C01E-51BF-128686A133F2}"/>
          </ac:grpSpMkLst>
        </pc:grpChg>
        <pc:graphicFrameChg chg="del">
          <ac:chgData name="子閎 林" userId="d496ebd3736cf63e" providerId="LiveId" clId="{AC230BB9-3298-4F4D-A96D-03457173F509}" dt="2023-11-29T15:46:44.431" v="1874" actId="478"/>
          <ac:graphicFrameMkLst>
            <pc:docMk/>
            <pc:sldMk cId="732078181" sldId="326"/>
            <ac:graphicFrameMk id="21" creationId="{2E2BC048-B9E1-3CD1-C477-C69A129627E1}"/>
          </ac:graphicFrameMkLst>
        </pc:graphicFrameChg>
        <pc:graphicFrameChg chg="del">
          <ac:chgData name="子閎 林" userId="d496ebd3736cf63e" providerId="LiveId" clId="{AC230BB9-3298-4F4D-A96D-03457173F509}" dt="2023-11-29T15:45:32.717" v="1868" actId="478"/>
          <ac:graphicFrameMkLst>
            <pc:docMk/>
            <pc:sldMk cId="732078181" sldId="326"/>
            <ac:graphicFrameMk id="82" creationId="{F1AA2B5F-A31C-46D1-E877-B81CC090B23C}"/>
          </ac:graphicFrameMkLst>
        </pc:graphicFrameChg>
        <pc:cxnChg chg="mod">
          <ac:chgData name="子閎 林" userId="d496ebd3736cf63e" providerId="LiveId" clId="{AC230BB9-3298-4F4D-A96D-03457173F509}" dt="2023-11-29T15:47:31.713" v="1911" actId="164"/>
          <ac:cxnSpMkLst>
            <pc:docMk/>
            <pc:sldMk cId="732078181" sldId="326"/>
            <ac:cxnSpMk id="22" creationId="{7DDC5EE3-5FA3-2393-EC93-7B3523AE3736}"/>
          </ac:cxnSpMkLst>
        </pc:cxnChg>
        <pc:cxnChg chg="mod">
          <ac:chgData name="子閎 林" userId="d496ebd3736cf63e" providerId="LiveId" clId="{AC230BB9-3298-4F4D-A96D-03457173F509}" dt="2023-11-29T15:47:31.713" v="1911" actId="164"/>
          <ac:cxnSpMkLst>
            <pc:docMk/>
            <pc:sldMk cId="732078181" sldId="326"/>
            <ac:cxnSpMk id="25" creationId="{3FE52737-E877-4176-2B45-EE67EEA6628E}"/>
          </ac:cxnSpMkLst>
        </pc:cxnChg>
        <pc:cxnChg chg="mod">
          <ac:chgData name="子閎 林" userId="d496ebd3736cf63e" providerId="LiveId" clId="{AC230BB9-3298-4F4D-A96D-03457173F509}" dt="2023-11-29T15:47:31.713" v="1911" actId="164"/>
          <ac:cxnSpMkLst>
            <pc:docMk/>
            <pc:sldMk cId="732078181" sldId="326"/>
            <ac:cxnSpMk id="28" creationId="{E1B6587A-27C8-C235-31EE-330814F79E1B}"/>
          </ac:cxnSpMkLst>
        </pc:cxnChg>
        <pc:cxnChg chg="mod">
          <ac:chgData name="子閎 林" userId="d496ebd3736cf63e" providerId="LiveId" clId="{AC230BB9-3298-4F4D-A96D-03457173F509}" dt="2023-11-29T15:47:31.713" v="1911" actId="164"/>
          <ac:cxnSpMkLst>
            <pc:docMk/>
            <pc:sldMk cId="732078181" sldId="326"/>
            <ac:cxnSpMk id="75" creationId="{987476CB-22EC-9F3D-42B9-1A21C0E4F2A7}"/>
          </ac:cxnSpMkLst>
        </pc:cxnChg>
        <pc:cxnChg chg="mod">
          <ac:chgData name="子閎 林" userId="d496ebd3736cf63e" providerId="LiveId" clId="{AC230BB9-3298-4F4D-A96D-03457173F509}" dt="2023-11-29T15:47:31.713" v="1911" actId="164"/>
          <ac:cxnSpMkLst>
            <pc:docMk/>
            <pc:sldMk cId="732078181" sldId="326"/>
            <ac:cxnSpMk id="76" creationId="{ACA2B9A6-DC85-12CD-FF56-A9A9B1F0964D}"/>
          </ac:cxnSpMkLst>
        </pc:cxnChg>
        <pc:cxnChg chg="mod">
          <ac:chgData name="子閎 林" userId="d496ebd3736cf63e" providerId="LiveId" clId="{AC230BB9-3298-4F4D-A96D-03457173F509}" dt="2023-11-29T15:47:31.713" v="1911" actId="164"/>
          <ac:cxnSpMkLst>
            <pc:docMk/>
            <pc:sldMk cId="732078181" sldId="326"/>
            <ac:cxnSpMk id="77" creationId="{E90AED56-6F81-DED7-D3BD-84C2D45E8B3C}"/>
          </ac:cxnSpMkLst>
        </pc:cxnChg>
        <pc:cxnChg chg="mod">
          <ac:chgData name="子閎 林" userId="d496ebd3736cf63e" providerId="LiveId" clId="{AC230BB9-3298-4F4D-A96D-03457173F509}" dt="2023-11-29T15:47:31.713" v="1911" actId="164"/>
          <ac:cxnSpMkLst>
            <pc:docMk/>
            <pc:sldMk cId="732078181" sldId="326"/>
            <ac:cxnSpMk id="83" creationId="{D523ED88-2FC5-4CFD-1FDC-606713517C8E}"/>
          </ac:cxnSpMkLst>
        </pc:cxnChg>
        <pc:cxnChg chg="mod">
          <ac:chgData name="子閎 林" userId="d496ebd3736cf63e" providerId="LiveId" clId="{AC230BB9-3298-4F4D-A96D-03457173F509}" dt="2023-11-29T15:47:31.713" v="1911" actId="164"/>
          <ac:cxnSpMkLst>
            <pc:docMk/>
            <pc:sldMk cId="732078181" sldId="326"/>
            <ac:cxnSpMk id="86" creationId="{88BCC107-1ED2-08CA-1DB6-8D8FEE1C72CB}"/>
          </ac:cxnSpMkLst>
        </pc:cxnChg>
        <pc:cxnChg chg="mod">
          <ac:chgData name="子閎 林" userId="d496ebd3736cf63e" providerId="LiveId" clId="{AC230BB9-3298-4F4D-A96D-03457173F509}" dt="2023-11-29T15:47:31.713" v="1911" actId="164"/>
          <ac:cxnSpMkLst>
            <pc:docMk/>
            <pc:sldMk cId="732078181" sldId="326"/>
            <ac:cxnSpMk id="89" creationId="{D524DAA0-B457-1EC4-BA62-98764BFC047A}"/>
          </ac:cxnSpMkLst>
        </pc:cxnChg>
        <pc:cxnChg chg="mod">
          <ac:chgData name="子閎 林" userId="d496ebd3736cf63e" providerId="LiveId" clId="{AC230BB9-3298-4F4D-A96D-03457173F509}" dt="2023-11-29T15:47:31.713" v="1911" actId="164"/>
          <ac:cxnSpMkLst>
            <pc:docMk/>
            <pc:sldMk cId="732078181" sldId="326"/>
            <ac:cxnSpMk id="95" creationId="{C0FE0AA1-35BE-31DB-C372-A17D6EAA711E}"/>
          </ac:cxnSpMkLst>
        </pc:cxnChg>
      </pc:sldChg>
      <pc:sldChg chg="addSp modSp mod">
        <pc:chgData name="子閎 林" userId="d496ebd3736cf63e" providerId="LiveId" clId="{AC230BB9-3298-4F4D-A96D-03457173F509}" dt="2023-12-03T05:04:31.945" v="2400" actId="20577"/>
        <pc:sldMkLst>
          <pc:docMk/>
          <pc:sldMk cId="3352873231" sldId="328"/>
        </pc:sldMkLst>
        <pc:spChg chg="mod">
          <ac:chgData name="子閎 林" userId="d496ebd3736cf63e" providerId="LiveId" clId="{AC230BB9-3298-4F4D-A96D-03457173F509}" dt="2023-12-03T05:04:31.945" v="2400" actId="20577"/>
          <ac:spMkLst>
            <pc:docMk/>
            <pc:sldMk cId="3352873231" sldId="328"/>
            <ac:spMk id="11" creationId="{816F6109-DE76-FCE7-9C7C-5E8B8D9BA3C1}"/>
          </ac:spMkLst>
        </pc:spChg>
        <pc:spChg chg="mod">
          <ac:chgData name="子閎 林" userId="d496ebd3736cf63e" providerId="LiveId" clId="{AC230BB9-3298-4F4D-A96D-03457173F509}" dt="2023-12-03T04:25:25.394" v="1939" actId="207"/>
          <ac:spMkLst>
            <pc:docMk/>
            <pc:sldMk cId="3352873231" sldId="328"/>
            <ac:spMk id="12" creationId="{5372DC90-628C-EF03-12E6-B6CA9CAE3144}"/>
          </ac:spMkLst>
        </pc:spChg>
        <pc:picChg chg="add mod">
          <ac:chgData name="子閎 林" userId="d496ebd3736cf63e" providerId="LiveId" clId="{AC230BB9-3298-4F4D-A96D-03457173F509}" dt="2023-12-03T04:26:00.903" v="1942" actId="1076"/>
          <ac:picMkLst>
            <pc:docMk/>
            <pc:sldMk cId="3352873231" sldId="328"/>
            <ac:picMk id="6" creationId="{D0FC2669-9B10-4983-02B5-526AF8D4F174}"/>
          </ac:picMkLst>
        </pc:picChg>
      </pc:sldChg>
      <pc:sldChg chg="modSp mod">
        <pc:chgData name="子閎 林" userId="d496ebd3736cf63e" providerId="LiveId" clId="{AC230BB9-3298-4F4D-A96D-03457173F509}" dt="2023-12-03T08:29:50.560" v="4293" actId="20577"/>
        <pc:sldMkLst>
          <pc:docMk/>
          <pc:sldMk cId="1016155540" sldId="329"/>
        </pc:sldMkLst>
        <pc:spChg chg="mod">
          <ac:chgData name="子閎 林" userId="d496ebd3736cf63e" providerId="LiveId" clId="{AC230BB9-3298-4F4D-A96D-03457173F509}" dt="2023-12-03T08:29:50.560" v="4293" actId="20577"/>
          <ac:spMkLst>
            <pc:docMk/>
            <pc:sldMk cId="1016155540" sldId="329"/>
            <ac:spMk id="12" creationId="{5372DC90-628C-EF03-12E6-B6CA9CAE3144}"/>
          </ac:spMkLst>
        </pc:spChg>
      </pc:sldChg>
      <pc:sldChg chg="addSp delSp modSp add mod modAnim">
        <pc:chgData name="子閎 林" userId="d496ebd3736cf63e" providerId="LiveId" clId="{AC230BB9-3298-4F4D-A96D-03457173F509}" dt="2023-12-03T05:04:30.492" v="2399" actId="20577"/>
        <pc:sldMkLst>
          <pc:docMk/>
          <pc:sldMk cId="2629134111" sldId="330"/>
        </pc:sldMkLst>
        <pc:spChg chg="add del mod">
          <ac:chgData name="子閎 林" userId="d496ebd3736cf63e" providerId="LiveId" clId="{AC230BB9-3298-4F4D-A96D-03457173F509}" dt="2023-12-03T04:38:59.172" v="2076" actId="478"/>
          <ac:spMkLst>
            <pc:docMk/>
            <pc:sldMk cId="2629134111" sldId="330"/>
            <ac:spMk id="5" creationId="{B1DED01C-FEF0-8A05-FFC4-5DAB857ECBE9}"/>
          </ac:spMkLst>
        </pc:spChg>
        <pc:spChg chg="add mod">
          <ac:chgData name="子閎 林" userId="d496ebd3736cf63e" providerId="LiveId" clId="{AC230BB9-3298-4F4D-A96D-03457173F509}" dt="2023-12-03T04:40:47.454" v="2094" actId="207"/>
          <ac:spMkLst>
            <pc:docMk/>
            <pc:sldMk cId="2629134111" sldId="330"/>
            <ac:spMk id="7" creationId="{4F4278CE-D7F3-A887-6045-8B6EAFBC82B5}"/>
          </ac:spMkLst>
        </pc:spChg>
        <pc:spChg chg="add mod">
          <ac:chgData name="子閎 林" userId="d496ebd3736cf63e" providerId="LiveId" clId="{AC230BB9-3298-4F4D-A96D-03457173F509}" dt="2023-12-03T04:45:08.442" v="2109" actId="207"/>
          <ac:spMkLst>
            <pc:docMk/>
            <pc:sldMk cId="2629134111" sldId="330"/>
            <ac:spMk id="8" creationId="{85350C00-AB12-252E-1067-198BB681E593}"/>
          </ac:spMkLst>
        </pc:spChg>
        <pc:spChg chg="add mod">
          <ac:chgData name="子閎 林" userId="d496ebd3736cf63e" providerId="LiveId" clId="{AC230BB9-3298-4F4D-A96D-03457173F509}" dt="2023-12-03T04:40:59.430" v="2095" actId="207"/>
          <ac:spMkLst>
            <pc:docMk/>
            <pc:sldMk cId="2629134111" sldId="330"/>
            <ac:spMk id="9" creationId="{6F5CFC72-4FEE-4190-F3D8-D97BF3AA51F4}"/>
          </ac:spMkLst>
        </pc:spChg>
        <pc:spChg chg="mod">
          <ac:chgData name="子閎 林" userId="d496ebd3736cf63e" providerId="LiveId" clId="{AC230BB9-3298-4F4D-A96D-03457173F509}" dt="2023-12-03T05:04:30.492" v="2399" actId="20577"/>
          <ac:spMkLst>
            <pc:docMk/>
            <pc:sldMk cId="2629134111" sldId="330"/>
            <ac:spMk id="11" creationId="{816F6109-DE76-FCE7-9C7C-5E8B8D9BA3C1}"/>
          </ac:spMkLst>
        </pc:spChg>
        <pc:spChg chg="mod">
          <ac:chgData name="子閎 林" userId="d496ebd3736cf63e" providerId="LiveId" clId="{AC230BB9-3298-4F4D-A96D-03457173F509}" dt="2023-12-03T04:47:00.744" v="2118" actId="207"/>
          <ac:spMkLst>
            <pc:docMk/>
            <pc:sldMk cId="2629134111" sldId="330"/>
            <ac:spMk id="12" creationId="{5372DC90-628C-EF03-12E6-B6CA9CAE3144}"/>
          </ac:spMkLst>
        </pc:spChg>
        <pc:spChg chg="add mod">
          <ac:chgData name="子閎 林" userId="d496ebd3736cf63e" providerId="LiveId" clId="{AC230BB9-3298-4F4D-A96D-03457173F509}" dt="2023-12-03T04:46:07.479" v="2115" actId="1076"/>
          <ac:spMkLst>
            <pc:docMk/>
            <pc:sldMk cId="2629134111" sldId="330"/>
            <ac:spMk id="13" creationId="{C017E273-8733-DDDB-E7AD-8C0BC038BC63}"/>
          </ac:spMkLst>
        </pc:spChg>
        <pc:spChg chg="add mod">
          <ac:chgData name="子閎 林" userId="d496ebd3736cf63e" providerId="LiveId" clId="{AC230BB9-3298-4F4D-A96D-03457173F509}" dt="2023-12-03T04:46:07.479" v="2115" actId="1076"/>
          <ac:spMkLst>
            <pc:docMk/>
            <pc:sldMk cId="2629134111" sldId="330"/>
            <ac:spMk id="14" creationId="{F39F85FA-928A-374A-C10A-DDDC27C82B15}"/>
          </ac:spMkLst>
        </pc:spChg>
        <pc:spChg chg="add mod">
          <ac:chgData name="子閎 林" userId="d496ebd3736cf63e" providerId="LiveId" clId="{AC230BB9-3298-4F4D-A96D-03457173F509}" dt="2023-12-03T04:44:15.237" v="2105" actId="1076"/>
          <ac:spMkLst>
            <pc:docMk/>
            <pc:sldMk cId="2629134111" sldId="330"/>
            <ac:spMk id="15" creationId="{F7EE732B-B14B-5C4D-01ED-2BE2BC5210CB}"/>
          </ac:spMkLst>
        </pc:spChg>
        <pc:spChg chg="add mod">
          <ac:chgData name="子閎 林" userId="d496ebd3736cf63e" providerId="LiveId" clId="{AC230BB9-3298-4F4D-A96D-03457173F509}" dt="2023-12-03T04:44:58.465" v="2108" actId="1076"/>
          <ac:spMkLst>
            <pc:docMk/>
            <pc:sldMk cId="2629134111" sldId="330"/>
            <ac:spMk id="16" creationId="{5F7CF231-EA1D-2F05-8C0E-09A7F5A0AA03}"/>
          </ac:spMkLst>
        </pc:spChg>
        <pc:picChg chg="del">
          <ac:chgData name="子閎 林" userId="d496ebd3736cf63e" providerId="LiveId" clId="{AC230BB9-3298-4F4D-A96D-03457173F509}" dt="2023-12-03T04:33:36.790" v="1944" actId="478"/>
          <ac:picMkLst>
            <pc:docMk/>
            <pc:sldMk cId="2629134111" sldId="330"/>
            <ac:picMk id="6" creationId="{D0FC2669-9B10-4983-02B5-526AF8D4F174}"/>
          </ac:picMkLst>
        </pc:picChg>
      </pc:sldChg>
      <pc:sldChg chg="delSp modSp add mod delAnim modAnim">
        <pc:chgData name="子閎 林" userId="d496ebd3736cf63e" providerId="LiveId" clId="{AC230BB9-3298-4F4D-A96D-03457173F509}" dt="2023-12-03T05:04:28.967" v="2398" actId="20577"/>
        <pc:sldMkLst>
          <pc:docMk/>
          <pc:sldMk cId="1073604777" sldId="331"/>
        </pc:sldMkLst>
        <pc:spChg chg="del">
          <ac:chgData name="子閎 林" userId="d496ebd3736cf63e" providerId="LiveId" clId="{AC230BB9-3298-4F4D-A96D-03457173F509}" dt="2023-12-03T04:48:16.189" v="2175" actId="478"/>
          <ac:spMkLst>
            <pc:docMk/>
            <pc:sldMk cId="1073604777" sldId="331"/>
            <ac:spMk id="7" creationId="{4F4278CE-D7F3-A887-6045-8B6EAFBC82B5}"/>
          </ac:spMkLst>
        </pc:spChg>
        <pc:spChg chg="del">
          <ac:chgData name="子閎 林" userId="d496ebd3736cf63e" providerId="LiveId" clId="{AC230BB9-3298-4F4D-A96D-03457173F509}" dt="2023-12-03T04:48:16.189" v="2175" actId="478"/>
          <ac:spMkLst>
            <pc:docMk/>
            <pc:sldMk cId="1073604777" sldId="331"/>
            <ac:spMk id="8" creationId="{85350C00-AB12-252E-1067-198BB681E593}"/>
          </ac:spMkLst>
        </pc:spChg>
        <pc:spChg chg="del">
          <ac:chgData name="子閎 林" userId="d496ebd3736cf63e" providerId="LiveId" clId="{AC230BB9-3298-4F4D-A96D-03457173F509}" dt="2023-12-03T04:48:16.189" v="2175" actId="478"/>
          <ac:spMkLst>
            <pc:docMk/>
            <pc:sldMk cId="1073604777" sldId="331"/>
            <ac:spMk id="9" creationId="{6F5CFC72-4FEE-4190-F3D8-D97BF3AA51F4}"/>
          </ac:spMkLst>
        </pc:spChg>
        <pc:spChg chg="mod">
          <ac:chgData name="子閎 林" userId="d496ebd3736cf63e" providerId="LiveId" clId="{AC230BB9-3298-4F4D-A96D-03457173F509}" dt="2023-12-03T05:04:28.967" v="2398" actId="20577"/>
          <ac:spMkLst>
            <pc:docMk/>
            <pc:sldMk cId="1073604777" sldId="331"/>
            <ac:spMk id="11" creationId="{816F6109-DE76-FCE7-9C7C-5E8B8D9BA3C1}"/>
          </ac:spMkLst>
        </pc:spChg>
        <pc:spChg chg="mod">
          <ac:chgData name="子閎 林" userId="d496ebd3736cf63e" providerId="LiveId" clId="{AC230BB9-3298-4F4D-A96D-03457173F509}" dt="2023-12-03T04:56:03.222" v="2331" actId="20577"/>
          <ac:spMkLst>
            <pc:docMk/>
            <pc:sldMk cId="1073604777" sldId="331"/>
            <ac:spMk id="12" creationId="{5372DC90-628C-EF03-12E6-B6CA9CAE3144}"/>
          </ac:spMkLst>
        </pc:spChg>
        <pc:spChg chg="del">
          <ac:chgData name="子閎 林" userId="d496ebd3736cf63e" providerId="LiveId" clId="{AC230BB9-3298-4F4D-A96D-03457173F509}" dt="2023-12-03T04:48:16.189" v="2175" actId="478"/>
          <ac:spMkLst>
            <pc:docMk/>
            <pc:sldMk cId="1073604777" sldId="331"/>
            <ac:spMk id="13" creationId="{C017E273-8733-DDDB-E7AD-8C0BC038BC63}"/>
          </ac:spMkLst>
        </pc:spChg>
        <pc:spChg chg="del">
          <ac:chgData name="子閎 林" userId="d496ebd3736cf63e" providerId="LiveId" clId="{AC230BB9-3298-4F4D-A96D-03457173F509}" dt="2023-12-03T04:48:16.189" v="2175" actId="478"/>
          <ac:spMkLst>
            <pc:docMk/>
            <pc:sldMk cId="1073604777" sldId="331"/>
            <ac:spMk id="14" creationId="{F39F85FA-928A-374A-C10A-DDDC27C82B15}"/>
          </ac:spMkLst>
        </pc:spChg>
        <pc:spChg chg="del">
          <ac:chgData name="子閎 林" userId="d496ebd3736cf63e" providerId="LiveId" clId="{AC230BB9-3298-4F4D-A96D-03457173F509}" dt="2023-12-03T04:48:16.189" v="2175" actId="478"/>
          <ac:spMkLst>
            <pc:docMk/>
            <pc:sldMk cId="1073604777" sldId="331"/>
            <ac:spMk id="15" creationId="{F7EE732B-B14B-5C4D-01ED-2BE2BC5210CB}"/>
          </ac:spMkLst>
        </pc:spChg>
        <pc:spChg chg="del">
          <ac:chgData name="子閎 林" userId="d496ebd3736cf63e" providerId="LiveId" clId="{AC230BB9-3298-4F4D-A96D-03457173F509}" dt="2023-12-03T04:48:16.189" v="2175" actId="478"/>
          <ac:spMkLst>
            <pc:docMk/>
            <pc:sldMk cId="1073604777" sldId="331"/>
            <ac:spMk id="16" creationId="{5F7CF231-EA1D-2F05-8C0E-09A7F5A0AA03}"/>
          </ac:spMkLst>
        </pc:spChg>
      </pc:sldChg>
      <pc:sldChg chg="addSp delSp modSp add mod">
        <pc:chgData name="子閎 林" userId="d496ebd3736cf63e" providerId="LiveId" clId="{AC230BB9-3298-4F4D-A96D-03457173F509}" dt="2023-12-03T05:04:26.778" v="2397" actId="20577"/>
        <pc:sldMkLst>
          <pc:docMk/>
          <pc:sldMk cId="1922735874" sldId="332"/>
        </pc:sldMkLst>
        <pc:spChg chg="add mod">
          <ac:chgData name="子閎 林" userId="d496ebd3736cf63e" providerId="LiveId" clId="{AC230BB9-3298-4F4D-A96D-03457173F509}" dt="2023-12-03T05:01:15.487" v="2344" actId="1582"/>
          <ac:spMkLst>
            <pc:docMk/>
            <pc:sldMk cId="1922735874" sldId="332"/>
            <ac:spMk id="7" creationId="{A69D6176-4EA8-B639-A82E-090535FA6B15}"/>
          </ac:spMkLst>
        </pc:spChg>
        <pc:spChg chg="add mod">
          <ac:chgData name="子閎 林" userId="d496ebd3736cf63e" providerId="LiveId" clId="{AC230BB9-3298-4F4D-A96D-03457173F509}" dt="2023-12-03T05:01:30.628" v="2346" actId="1076"/>
          <ac:spMkLst>
            <pc:docMk/>
            <pc:sldMk cId="1922735874" sldId="332"/>
            <ac:spMk id="8" creationId="{A0C1C530-5692-A9A7-823D-5246A9B9149C}"/>
          </ac:spMkLst>
        </pc:spChg>
        <pc:spChg chg="add mod">
          <ac:chgData name="子閎 林" userId="d496ebd3736cf63e" providerId="LiveId" clId="{AC230BB9-3298-4F4D-A96D-03457173F509}" dt="2023-12-03T05:01:36.949" v="2349" actId="14100"/>
          <ac:spMkLst>
            <pc:docMk/>
            <pc:sldMk cId="1922735874" sldId="332"/>
            <ac:spMk id="9" creationId="{A35A9485-23F4-3146-D7C3-CB8C1C8C613A}"/>
          </ac:spMkLst>
        </pc:spChg>
        <pc:spChg chg="mod">
          <ac:chgData name="子閎 林" userId="d496ebd3736cf63e" providerId="LiveId" clId="{AC230BB9-3298-4F4D-A96D-03457173F509}" dt="2023-12-03T05:04:26.778" v="2397" actId="20577"/>
          <ac:spMkLst>
            <pc:docMk/>
            <pc:sldMk cId="1922735874" sldId="332"/>
            <ac:spMk id="11" creationId="{816F6109-DE76-FCE7-9C7C-5E8B8D9BA3C1}"/>
          </ac:spMkLst>
        </pc:spChg>
        <pc:spChg chg="del">
          <ac:chgData name="子閎 林" userId="d496ebd3736cf63e" providerId="LiveId" clId="{AC230BB9-3298-4F4D-A96D-03457173F509}" dt="2023-12-03T05:00:21.858" v="2333" actId="478"/>
          <ac:spMkLst>
            <pc:docMk/>
            <pc:sldMk cId="1922735874" sldId="332"/>
            <ac:spMk id="12" creationId="{5372DC90-628C-EF03-12E6-B6CA9CAE3144}"/>
          </ac:spMkLst>
        </pc:spChg>
        <pc:spChg chg="add mod">
          <ac:chgData name="子閎 林" userId="d496ebd3736cf63e" providerId="LiveId" clId="{AC230BB9-3298-4F4D-A96D-03457173F509}" dt="2023-12-03T05:01:50.428" v="2351" actId="1076"/>
          <ac:spMkLst>
            <pc:docMk/>
            <pc:sldMk cId="1922735874" sldId="332"/>
            <ac:spMk id="13" creationId="{97C51EBF-9EE3-CDC0-6C89-C006B288E354}"/>
          </ac:spMkLst>
        </pc:spChg>
        <pc:spChg chg="add mod">
          <ac:chgData name="子閎 林" userId="d496ebd3736cf63e" providerId="LiveId" clId="{AC230BB9-3298-4F4D-A96D-03457173F509}" dt="2023-12-03T05:02:07.883" v="2356" actId="1038"/>
          <ac:spMkLst>
            <pc:docMk/>
            <pc:sldMk cId="1922735874" sldId="332"/>
            <ac:spMk id="14" creationId="{8E66728D-00AD-9C2D-0968-0AAE761F58E5}"/>
          </ac:spMkLst>
        </pc:spChg>
        <pc:picChg chg="add mod">
          <ac:chgData name="子閎 林" userId="d496ebd3736cf63e" providerId="LiveId" clId="{AC230BB9-3298-4F4D-A96D-03457173F509}" dt="2023-12-03T05:00:41.022" v="2340" actId="1076"/>
          <ac:picMkLst>
            <pc:docMk/>
            <pc:sldMk cId="1922735874" sldId="332"/>
            <ac:picMk id="6" creationId="{2C617B77-842C-D7B2-C24D-A97A670E1C73}"/>
          </ac:picMkLst>
        </pc:picChg>
      </pc:sldChg>
      <pc:sldChg chg="modSp add mod ord">
        <pc:chgData name="子閎 林" userId="d496ebd3736cf63e" providerId="LiveId" clId="{AC230BB9-3298-4F4D-A96D-03457173F509}" dt="2023-12-03T08:29:27.009" v="4288" actId="207"/>
        <pc:sldMkLst>
          <pc:docMk/>
          <pc:sldMk cId="653545304" sldId="333"/>
        </pc:sldMkLst>
        <pc:spChg chg="mod">
          <ac:chgData name="子閎 林" userId="d496ebd3736cf63e" providerId="LiveId" clId="{AC230BB9-3298-4F4D-A96D-03457173F509}" dt="2023-12-03T08:29:27.009" v="4288" actId="207"/>
          <ac:spMkLst>
            <pc:docMk/>
            <pc:sldMk cId="653545304" sldId="333"/>
            <ac:spMk id="12" creationId="{5372DC90-628C-EF03-12E6-B6CA9CAE3144}"/>
          </ac:spMkLst>
        </pc:spChg>
      </pc:sldChg>
      <pc:sldChg chg="modSp add mod ord">
        <pc:chgData name="子閎 林" userId="d496ebd3736cf63e" providerId="LiveId" clId="{AC230BB9-3298-4F4D-A96D-03457173F509}" dt="2023-12-03T05:18:00.089" v="2984" actId="20577"/>
        <pc:sldMkLst>
          <pc:docMk/>
          <pc:sldMk cId="303654138" sldId="334"/>
        </pc:sldMkLst>
        <pc:spChg chg="mod">
          <ac:chgData name="子閎 林" userId="d496ebd3736cf63e" providerId="LiveId" clId="{AC230BB9-3298-4F4D-A96D-03457173F509}" dt="2023-12-03T05:18:00.089" v="2984" actId="20577"/>
          <ac:spMkLst>
            <pc:docMk/>
            <pc:sldMk cId="303654138" sldId="334"/>
            <ac:spMk id="11" creationId="{816F6109-DE76-FCE7-9C7C-5E8B8D9BA3C1}"/>
          </ac:spMkLst>
        </pc:spChg>
        <pc:spChg chg="mod">
          <ac:chgData name="子閎 林" userId="d496ebd3736cf63e" providerId="LiveId" clId="{AC230BB9-3298-4F4D-A96D-03457173F509}" dt="2023-12-03T05:14:32.501" v="2929" actId="207"/>
          <ac:spMkLst>
            <pc:docMk/>
            <pc:sldMk cId="303654138" sldId="334"/>
            <ac:spMk id="12" creationId="{5372DC90-628C-EF03-12E6-B6CA9CAE3144}"/>
          </ac:spMkLst>
        </pc:spChg>
      </pc:sldChg>
      <pc:sldChg chg="modSp add mod ord">
        <pc:chgData name="子閎 林" userId="d496ebd3736cf63e" providerId="LiveId" clId="{AC230BB9-3298-4F4D-A96D-03457173F509}" dt="2023-12-03T07:52:37.519" v="3669" actId="20577"/>
        <pc:sldMkLst>
          <pc:docMk/>
          <pc:sldMk cId="2320520340" sldId="335"/>
        </pc:sldMkLst>
        <pc:spChg chg="mod">
          <ac:chgData name="子閎 林" userId="d496ebd3736cf63e" providerId="LiveId" clId="{AC230BB9-3298-4F4D-A96D-03457173F509}" dt="2023-12-03T07:52:37.519" v="3669" actId="20577"/>
          <ac:spMkLst>
            <pc:docMk/>
            <pc:sldMk cId="2320520340" sldId="335"/>
            <ac:spMk id="12" creationId="{5372DC90-628C-EF03-12E6-B6CA9CAE3144}"/>
          </ac:spMkLst>
        </pc:spChg>
      </pc:sldChg>
      <pc:sldChg chg="addSp modSp add mod">
        <pc:chgData name="子閎 林" userId="d496ebd3736cf63e" providerId="LiveId" clId="{AC230BB9-3298-4F4D-A96D-03457173F509}" dt="2023-12-03T07:39:36.215" v="3195" actId="20577"/>
        <pc:sldMkLst>
          <pc:docMk/>
          <pc:sldMk cId="2650382039" sldId="336"/>
        </pc:sldMkLst>
        <pc:spChg chg="mod">
          <ac:chgData name="子閎 林" userId="d496ebd3736cf63e" providerId="LiveId" clId="{AC230BB9-3298-4F4D-A96D-03457173F509}" dt="2023-12-03T07:39:36.215" v="3195" actId="20577"/>
          <ac:spMkLst>
            <pc:docMk/>
            <pc:sldMk cId="2650382039" sldId="336"/>
            <ac:spMk id="11" creationId="{816F6109-DE76-FCE7-9C7C-5E8B8D9BA3C1}"/>
          </ac:spMkLst>
        </pc:spChg>
        <pc:spChg chg="mod">
          <ac:chgData name="子閎 林" userId="d496ebd3736cf63e" providerId="LiveId" clId="{AC230BB9-3298-4F4D-A96D-03457173F509}" dt="2023-12-03T07:36:24.540" v="3191" actId="113"/>
          <ac:spMkLst>
            <pc:docMk/>
            <pc:sldMk cId="2650382039" sldId="336"/>
            <ac:spMk id="12" creationId="{5372DC90-628C-EF03-12E6-B6CA9CAE3144}"/>
          </ac:spMkLst>
        </pc:spChg>
        <pc:picChg chg="add mod">
          <ac:chgData name="子閎 林" userId="d496ebd3736cf63e" providerId="LiveId" clId="{AC230BB9-3298-4F4D-A96D-03457173F509}" dt="2023-12-03T07:39:28.682" v="3194" actId="1076"/>
          <ac:picMkLst>
            <pc:docMk/>
            <pc:sldMk cId="2650382039" sldId="336"/>
            <ac:picMk id="6" creationId="{5FF292F6-EB40-B0FD-EA4B-BEB6F00D28B0}"/>
          </ac:picMkLst>
        </pc:picChg>
      </pc:sldChg>
      <pc:sldChg chg="modSp add mod ord">
        <pc:chgData name="子閎 林" userId="d496ebd3736cf63e" providerId="LiveId" clId="{AC230BB9-3298-4F4D-A96D-03457173F509}" dt="2023-12-03T07:52:19.154" v="3656" actId="20577"/>
        <pc:sldMkLst>
          <pc:docMk/>
          <pc:sldMk cId="11979342" sldId="337"/>
        </pc:sldMkLst>
        <pc:spChg chg="mod">
          <ac:chgData name="子閎 林" userId="d496ebd3736cf63e" providerId="LiveId" clId="{AC230BB9-3298-4F4D-A96D-03457173F509}" dt="2023-12-03T07:50:22.689" v="3594" actId="20577"/>
          <ac:spMkLst>
            <pc:docMk/>
            <pc:sldMk cId="11979342" sldId="337"/>
            <ac:spMk id="11" creationId="{816F6109-DE76-FCE7-9C7C-5E8B8D9BA3C1}"/>
          </ac:spMkLst>
        </pc:spChg>
        <pc:spChg chg="mod">
          <ac:chgData name="子閎 林" userId="d496ebd3736cf63e" providerId="LiveId" clId="{AC230BB9-3298-4F4D-A96D-03457173F509}" dt="2023-12-03T07:52:19.154" v="3656" actId="20577"/>
          <ac:spMkLst>
            <pc:docMk/>
            <pc:sldMk cId="11979342" sldId="337"/>
            <ac:spMk id="12" creationId="{5372DC90-628C-EF03-12E6-B6CA9CAE3144}"/>
          </ac:spMkLst>
        </pc:spChg>
      </pc:sldChg>
      <pc:sldChg chg="modSp add mod ord">
        <pc:chgData name="子閎 林" userId="d496ebd3736cf63e" providerId="LiveId" clId="{AC230BB9-3298-4F4D-A96D-03457173F509}" dt="2023-12-03T08:28:43.658" v="4282" actId="207"/>
        <pc:sldMkLst>
          <pc:docMk/>
          <pc:sldMk cId="27415763" sldId="338"/>
        </pc:sldMkLst>
        <pc:spChg chg="mod">
          <ac:chgData name="子閎 林" userId="d496ebd3736cf63e" providerId="LiveId" clId="{AC230BB9-3298-4F4D-A96D-03457173F509}" dt="2023-12-03T08:28:43.658" v="4282" actId="207"/>
          <ac:spMkLst>
            <pc:docMk/>
            <pc:sldMk cId="27415763" sldId="338"/>
            <ac:spMk id="12" creationId="{5372DC90-628C-EF03-12E6-B6CA9CAE3144}"/>
          </ac:spMkLst>
        </pc:spChg>
      </pc:sldChg>
      <pc:sldChg chg="addSp delSp modSp add mod ord">
        <pc:chgData name="子閎 林" userId="d496ebd3736cf63e" providerId="LiveId" clId="{AC230BB9-3298-4F4D-A96D-03457173F509}" dt="2023-12-03T07:59:10.684" v="3830" actId="20577"/>
        <pc:sldMkLst>
          <pc:docMk/>
          <pc:sldMk cId="2009867427" sldId="339"/>
        </pc:sldMkLst>
        <pc:spChg chg="add mod">
          <ac:chgData name="子閎 林" userId="d496ebd3736cf63e" providerId="LiveId" clId="{AC230BB9-3298-4F4D-A96D-03457173F509}" dt="2023-12-03T07:59:10.684" v="3830" actId="20577"/>
          <ac:spMkLst>
            <pc:docMk/>
            <pc:sldMk cId="2009867427" sldId="339"/>
            <ac:spMk id="5" creationId="{B68560D7-E99E-5A00-6593-6F5BA5AA1911}"/>
          </ac:spMkLst>
        </pc:spChg>
        <pc:spChg chg="mod">
          <ac:chgData name="子閎 林" userId="d496ebd3736cf63e" providerId="LiveId" clId="{AC230BB9-3298-4F4D-A96D-03457173F509}" dt="2023-12-03T07:53:12.418" v="3687" actId="20577"/>
          <ac:spMkLst>
            <pc:docMk/>
            <pc:sldMk cId="2009867427" sldId="339"/>
            <ac:spMk id="11" creationId="{816F6109-DE76-FCE7-9C7C-5E8B8D9BA3C1}"/>
          </ac:spMkLst>
        </pc:spChg>
        <pc:spChg chg="del">
          <ac:chgData name="子閎 林" userId="d496ebd3736cf63e" providerId="LiveId" clId="{AC230BB9-3298-4F4D-A96D-03457173F509}" dt="2023-12-03T07:53:27.354" v="3688" actId="478"/>
          <ac:spMkLst>
            <pc:docMk/>
            <pc:sldMk cId="2009867427" sldId="339"/>
            <ac:spMk id="12" creationId="{5372DC90-628C-EF03-12E6-B6CA9CAE3144}"/>
          </ac:spMkLst>
        </pc:spChg>
        <pc:picChg chg="add mod">
          <ac:chgData name="子閎 林" userId="d496ebd3736cf63e" providerId="LiveId" clId="{AC230BB9-3298-4F4D-A96D-03457173F509}" dt="2023-12-03T07:56:40.083" v="3820" actId="1035"/>
          <ac:picMkLst>
            <pc:docMk/>
            <pc:sldMk cId="2009867427" sldId="339"/>
            <ac:picMk id="6" creationId="{8B43F07A-BF55-C551-7CA7-1FD490BE4159}"/>
          </ac:picMkLst>
        </pc:picChg>
      </pc:sldChg>
      <pc:sldChg chg="addSp delSp modSp add mod ord">
        <pc:chgData name="子閎 林" userId="d496ebd3736cf63e" providerId="LiveId" clId="{AC230BB9-3298-4F4D-A96D-03457173F509}" dt="2023-12-03T08:23:33.634" v="4199" actId="1076"/>
        <pc:sldMkLst>
          <pc:docMk/>
          <pc:sldMk cId="2016487368" sldId="340"/>
        </pc:sldMkLst>
        <pc:spChg chg="mod">
          <ac:chgData name="子閎 林" userId="d496ebd3736cf63e" providerId="LiveId" clId="{AC230BB9-3298-4F4D-A96D-03457173F509}" dt="2023-12-03T08:23:18.754" v="4194" actId="20577"/>
          <ac:spMkLst>
            <pc:docMk/>
            <pc:sldMk cId="2016487368" sldId="340"/>
            <ac:spMk id="5" creationId="{B68560D7-E99E-5A00-6593-6F5BA5AA1911}"/>
          </ac:spMkLst>
        </pc:spChg>
        <pc:spChg chg="add del">
          <ac:chgData name="子閎 林" userId="d496ebd3736cf63e" providerId="LiveId" clId="{AC230BB9-3298-4F4D-A96D-03457173F509}" dt="2023-12-03T08:23:21.372" v="4196" actId="22"/>
          <ac:spMkLst>
            <pc:docMk/>
            <pc:sldMk cId="2016487368" sldId="340"/>
            <ac:spMk id="8" creationId="{9FA62976-8FFA-E37A-1E3B-9B25438F5CB5}"/>
          </ac:spMkLst>
        </pc:spChg>
        <pc:spChg chg="mod">
          <ac:chgData name="子閎 林" userId="d496ebd3736cf63e" providerId="LiveId" clId="{AC230BB9-3298-4F4D-A96D-03457173F509}" dt="2023-12-03T08:19:08.740" v="4127" actId="20577"/>
          <ac:spMkLst>
            <pc:docMk/>
            <pc:sldMk cId="2016487368" sldId="340"/>
            <ac:spMk id="11" creationId="{816F6109-DE76-FCE7-9C7C-5E8B8D9BA3C1}"/>
          </ac:spMkLst>
        </pc:spChg>
        <pc:picChg chg="del">
          <ac:chgData name="子閎 林" userId="d496ebd3736cf63e" providerId="LiveId" clId="{AC230BB9-3298-4F4D-A96D-03457173F509}" dt="2023-12-03T08:23:14.526" v="4193" actId="478"/>
          <ac:picMkLst>
            <pc:docMk/>
            <pc:sldMk cId="2016487368" sldId="340"/>
            <ac:picMk id="6" creationId="{8B43F07A-BF55-C551-7CA7-1FD490BE4159}"/>
          </ac:picMkLst>
        </pc:picChg>
        <pc:picChg chg="add mod">
          <ac:chgData name="子閎 林" userId="d496ebd3736cf63e" providerId="LiveId" clId="{AC230BB9-3298-4F4D-A96D-03457173F509}" dt="2023-12-03T08:23:33.634" v="4199" actId="1076"/>
          <ac:picMkLst>
            <pc:docMk/>
            <pc:sldMk cId="2016487368" sldId="340"/>
            <ac:picMk id="12" creationId="{936B2FF5-9C38-291F-AC45-B88E2B5ED488}"/>
          </ac:picMkLst>
        </pc:picChg>
      </pc:sldChg>
      <pc:sldChg chg="addSp delSp modSp add mod">
        <pc:chgData name="子閎 林" userId="d496ebd3736cf63e" providerId="LiveId" clId="{AC230BB9-3298-4F4D-A96D-03457173F509}" dt="2023-12-03T08:19:05.209" v="4126" actId="20577"/>
        <pc:sldMkLst>
          <pc:docMk/>
          <pc:sldMk cId="3499105251" sldId="341"/>
        </pc:sldMkLst>
        <pc:spChg chg="mod">
          <ac:chgData name="子閎 林" userId="d496ebd3736cf63e" providerId="LiveId" clId="{AC230BB9-3298-4F4D-A96D-03457173F509}" dt="2023-12-03T08:16:00.588" v="4120" actId="207"/>
          <ac:spMkLst>
            <pc:docMk/>
            <pc:sldMk cId="3499105251" sldId="341"/>
            <ac:spMk id="5" creationId="{B68560D7-E99E-5A00-6593-6F5BA5AA1911}"/>
          </ac:spMkLst>
        </pc:spChg>
        <pc:spChg chg="mod">
          <ac:chgData name="子閎 林" userId="d496ebd3736cf63e" providerId="LiveId" clId="{AC230BB9-3298-4F4D-A96D-03457173F509}" dt="2023-12-03T08:19:05.209" v="4126" actId="20577"/>
          <ac:spMkLst>
            <pc:docMk/>
            <pc:sldMk cId="3499105251" sldId="341"/>
            <ac:spMk id="11" creationId="{816F6109-DE76-FCE7-9C7C-5E8B8D9BA3C1}"/>
          </ac:spMkLst>
        </pc:spChg>
        <pc:picChg chg="del">
          <ac:chgData name="子閎 林" userId="d496ebd3736cf63e" providerId="LiveId" clId="{AC230BB9-3298-4F4D-A96D-03457173F509}" dt="2023-12-03T08:18:31.586" v="4121" actId="478"/>
          <ac:picMkLst>
            <pc:docMk/>
            <pc:sldMk cId="3499105251" sldId="341"/>
            <ac:picMk id="6" creationId="{8B43F07A-BF55-C551-7CA7-1FD490BE4159}"/>
          </ac:picMkLst>
        </pc:picChg>
        <pc:picChg chg="add mod">
          <ac:chgData name="子閎 林" userId="d496ebd3736cf63e" providerId="LiveId" clId="{AC230BB9-3298-4F4D-A96D-03457173F509}" dt="2023-12-03T08:18:39.308" v="4123" actId="1076"/>
          <ac:picMkLst>
            <pc:docMk/>
            <pc:sldMk cId="3499105251" sldId="341"/>
            <ac:picMk id="8" creationId="{DB3A1A4A-485C-CA6E-D3C4-0AF2C2A905BA}"/>
          </ac:picMkLst>
        </pc:picChg>
      </pc:sldChg>
      <pc:sldChg chg="addSp delSp modSp add mod">
        <pc:chgData name="子閎 林" userId="d496ebd3736cf63e" providerId="LiveId" clId="{AC230BB9-3298-4F4D-A96D-03457173F509}" dt="2023-12-03T08:28:17.700" v="4271" actId="20577"/>
        <pc:sldMkLst>
          <pc:docMk/>
          <pc:sldMk cId="672382464" sldId="342"/>
        </pc:sldMkLst>
        <pc:spChg chg="del">
          <ac:chgData name="子閎 林" userId="d496ebd3736cf63e" providerId="LiveId" clId="{AC230BB9-3298-4F4D-A96D-03457173F509}" dt="2023-12-03T08:26:33.424" v="4201" actId="478"/>
          <ac:spMkLst>
            <pc:docMk/>
            <pc:sldMk cId="672382464" sldId="342"/>
            <ac:spMk id="5" creationId="{B68560D7-E99E-5A00-6593-6F5BA5AA1911}"/>
          </ac:spMkLst>
        </pc:spChg>
        <pc:spChg chg="add mod">
          <ac:chgData name="子閎 林" userId="d496ebd3736cf63e" providerId="LiveId" clId="{AC230BB9-3298-4F4D-A96D-03457173F509}" dt="2023-12-03T08:27:43.887" v="4270" actId="207"/>
          <ac:spMkLst>
            <pc:docMk/>
            <pc:sldMk cId="672382464" sldId="342"/>
            <ac:spMk id="6" creationId="{5F210402-34F9-85B6-A6AA-5C2A72065D00}"/>
          </ac:spMkLst>
        </pc:spChg>
        <pc:spChg chg="mod">
          <ac:chgData name="子閎 林" userId="d496ebd3736cf63e" providerId="LiveId" clId="{AC230BB9-3298-4F4D-A96D-03457173F509}" dt="2023-12-03T08:28:17.700" v="4271" actId="20577"/>
          <ac:spMkLst>
            <pc:docMk/>
            <pc:sldMk cId="672382464" sldId="342"/>
            <ac:spMk id="11" creationId="{816F6109-DE76-FCE7-9C7C-5E8B8D9BA3C1}"/>
          </ac:spMkLst>
        </pc:spChg>
        <pc:picChg chg="add mod">
          <ac:chgData name="子閎 林" userId="d496ebd3736cf63e" providerId="LiveId" clId="{AC230BB9-3298-4F4D-A96D-03457173F509}" dt="2023-12-03T08:26:54.780" v="4206" actId="1076"/>
          <ac:picMkLst>
            <pc:docMk/>
            <pc:sldMk cId="672382464" sldId="342"/>
            <ac:picMk id="8" creationId="{F9C9FABF-13BE-4BF4-89E0-158B543FD3CB}"/>
          </ac:picMkLst>
        </pc:picChg>
        <pc:picChg chg="del">
          <ac:chgData name="子閎 林" userId="d496ebd3736cf63e" providerId="LiveId" clId="{AC230BB9-3298-4F4D-A96D-03457173F509}" dt="2023-12-03T08:26:44.051" v="4203" actId="478"/>
          <ac:picMkLst>
            <pc:docMk/>
            <pc:sldMk cId="672382464" sldId="342"/>
            <ac:picMk id="12" creationId="{936B2FF5-9C38-291F-AC45-B88E2B5ED488}"/>
          </ac:picMkLst>
        </pc:picChg>
      </pc:sldChg>
      <pc:sldChg chg="modSp add mod ord">
        <pc:chgData name="子閎 林" userId="d496ebd3736cf63e" providerId="LiveId" clId="{AC230BB9-3298-4F4D-A96D-03457173F509}" dt="2023-12-03T08:28:33.481" v="4278" actId="207"/>
        <pc:sldMkLst>
          <pc:docMk/>
          <pc:sldMk cId="3749855876" sldId="343"/>
        </pc:sldMkLst>
        <pc:spChg chg="mod">
          <ac:chgData name="子閎 林" userId="d496ebd3736cf63e" providerId="LiveId" clId="{AC230BB9-3298-4F4D-A96D-03457173F509}" dt="2023-12-03T08:28:33.481" v="4278" actId="207"/>
          <ac:spMkLst>
            <pc:docMk/>
            <pc:sldMk cId="3749855876" sldId="343"/>
            <ac:spMk id="12" creationId="{5372DC90-628C-EF03-12E6-B6CA9CAE3144}"/>
          </ac:spMkLst>
        </pc:spChg>
      </pc:sldChg>
      <pc:sldChg chg="modSp add mod ord">
        <pc:chgData name="子閎 林" userId="d496ebd3736cf63e" providerId="LiveId" clId="{AC230BB9-3298-4F4D-A96D-03457173F509}" dt="2023-12-03T08:32:17.228" v="4471" actId="20577"/>
        <pc:sldMkLst>
          <pc:docMk/>
          <pc:sldMk cId="657593058" sldId="344"/>
        </pc:sldMkLst>
        <pc:spChg chg="mod">
          <ac:chgData name="子閎 林" userId="d496ebd3736cf63e" providerId="LiveId" clId="{AC230BB9-3298-4F4D-A96D-03457173F509}" dt="2023-12-03T08:30:54.462" v="4303" actId="20577"/>
          <ac:spMkLst>
            <pc:docMk/>
            <pc:sldMk cId="657593058" sldId="344"/>
            <ac:spMk id="11" creationId="{816F6109-DE76-FCE7-9C7C-5E8B8D9BA3C1}"/>
          </ac:spMkLst>
        </pc:spChg>
        <pc:spChg chg="mod">
          <ac:chgData name="子閎 林" userId="d496ebd3736cf63e" providerId="LiveId" clId="{AC230BB9-3298-4F4D-A96D-03457173F509}" dt="2023-12-03T08:32:17.228" v="4471" actId="20577"/>
          <ac:spMkLst>
            <pc:docMk/>
            <pc:sldMk cId="657593058" sldId="344"/>
            <ac:spMk id="12" creationId="{5372DC90-628C-EF03-12E6-B6CA9CAE3144}"/>
          </ac:spMkLst>
        </pc:spChg>
      </pc:sldChg>
    </pc:docChg>
  </pc:docChgLst>
  <pc:docChgLst>
    <pc:chgData name="佳旻 侯" userId="ba42c8672018ef79" providerId="LiveId" clId="{B24F7860-DA1D-418A-ABD8-8DFB26859738}"/>
    <pc:docChg chg="modSld">
      <pc:chgData name="佳旻 侯" userId="ba42c8672018ef79" providerId="LiveId" clId="{B24F7860-DA1D-418A-ABD8-8DFB26859738}" dt="2025-10-01T04:07:57.298" v="0" actId="6549"/>
      <pc:docMkLst>
        <pc:docMk/>
      </pc:docMkLst>
      <pc:sldChg chg="modSp mod">
        <pc:chgData name="佳旻 侯" userId="ba42c8672018ef79" providerId="LiveId" clId="{B24F7860-DA1D-418A-ABD8-8DFB26859738}" dt="2025-10-01T04:07:57.298" v="0" actId="6549"/>
        <pc:sldMkLst>
          <pc:docMk/>
          <pc:sldMk cId="2840655165" sldId="346"/>
        </pc:sldMkLst>
        <pc:spChg chg="mod">
          <ac:chgData name="佳旻 侯" userId="ba42c8672018ef79" providerId="LiveId" clId="{B24F7860-DA1D-418A-ABD8-8DFB26859738}" dt="2025-10-01T04:07:57.298" v="0" actId="6549"/>
          <ac:spMkLst>
            <pc:docMk/>
            <pc:sldMk cId="2840655165" sldId="346"/>
            <ac:spMk id="55" creationId="{60A2A051-5A28-C81F-7FB2-009B593A5C97}"/>
          </ac:spMkLst>
        </pc:spChg>
      </pc:sldChg>
    </pc:docChg>
  </pc:docChgLst>
  <pc:docChgLst>
    <pc:chgData name="佳旻 侯" userId="ba42c8672018ef79" providerId="LiveId" clId="{79DACB15-70D8-4354-A111-113118425672}"/>
    <pc:docChg chg="modSld">
      <pc:chgData name="佳旻 侯" userId="ba42c8672018ef79" providerId="LiveId" clId="{79DACB15-70D8-4354-A111-113118425672}" dt="2025-09-05T06:52:13.362" v="219" actId="113"/>
      <pc:docMkLst>
        <pc:docMk/>
      </pc:docMkLst>
      <pc:sldChg chg="modTransition">
        <pc:chgData name="佳旻 侯" userId="ba42c8672018ef79" providerId="LiveId" clId="{79DACB15-70D8-4354-A111-113118425672}" dt="2025-09-03T07:47:31.421" v="0"/>
        <pc:sldMkLst>
          <pc:docMk/>
          <pc:sldMk cId="832233356" sldId="256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2683587732" sldId="258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4244166960" sldId="294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638158557" sldId="315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3097795699" sldId="320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133955391" sldId="321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662547952" sldId="322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732078181" sldId="326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3352873231" sldId="328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1016155540" sldId="329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1073604777" sldId="331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1922735874" sldId="332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653545304" sldId="333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303654138" sldId="334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2320520340" sldId="335"/>
        </pc:sldMkLst>
      </pc:sldChg>
      <pc:sldChg chg="modSp mod modTransition">
        <pc:chgData name="佳旻 侯" userId="ba42c8672018ef79" providerId="LiveId" clId="{79DACB15-70D8-4354-A111-113118425672}" dt="2025-09-05T06:52:13.362" v="219" actId="113"/>
        <pc:sldMkLst>
          <pc:docMk/>
          <pc:sldMk cId="2650382039" sldId="336"/>
        </pc:sldMkLst>
        <pc:spChg chg="mod">
          <ac:chgData name="佳旻 侯" userId="ba42c8672018ef79" providerId="LiveId" clId="{79DACB15-70D8-4354-A111-113118425672}" dt="2025-09-05T06:52:13.362" v="219" actId="113"/>
          <ac:spMkLst>
            <pc:docMk/>
            <pc:sldMk cId="2650382039" sldId="336"/>
            <ac:spMk id="12" creationId="{5372DC90-628C-EF03-12E6-B6CA9CAE3144}"/>
          </ac:spMkLst>
        </pc:spChg>
        <pc:picChg chg="mod">
          <ac:chgData name="佳旻 侯" userId="ba42c8672018ef79" providerId="LiveId" clId="{79DACB15-70D8-4354-A111-113118425672}" dt="2025-09-05T06:31:24.716" v="217" actId="1076"/>
          <ac:picMkLst>
            <pc:docMk/>
            <pc:sldMk cId="2650382039" sldId="336"/>
            <ac:picMk id="18" creationId="{3CA52C0A-2CDD-C44E-91BB-722BC661BB77}"/>
          </ac:picMkLst>
        </pc:picChg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11979342" sldId="337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27415763" sldId="338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2009867427" sldId="339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2016487368" sldId="340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3499105251" sldId="341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672382464" sldId="342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3749855876" sldId="343"/>
        </pc:sldMkLst>
      </pc:sldChg>
      <pc:sldChg chg="modSp mod modTransition">
        <pc:chgData name="佳旻 侯" userId="ba42c8672018ef79" providerId="LiveId" clId="{79DACB15-70D8-4354-A111-113118425672}" dt="2025-09-05T06:52:01.263" v="218" actId="113"/>
        <pc:sldMkLst>
          <pc:docMk/>
          <pc:sldMk cId="657593058" sldId="344"/>
        </pc:sldMkLst>
        <pc:spChg chg="mod">
          <ac:chgData name="佳旻 侯" userId="ba42c8672018ef79" providerId="LiveId" clId="{79DACB15-70D8-4354-A111-113118425672}" dt="2025-09-05T06:52:01.263" v="218" actId="113"/>
          <ac:spMkLst>
            <pc:docMk/>
            <pc:sldMk cId="657593058" sldId="344"/>
            <ac:spMk id="12" creationId="{5372DC90-628C-EF03-12E6-B6CA9CAE3144}"/>
          </ac:spMkLst>
        </pc:spChg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1502414902" sldId="345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2840655165" sldId="346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3460298017" sldId="348"/>
        </pc:sldMkLst>
      </pc:sldChg>
      <pc:sldChg chg="modTransition">
        <pc:chgData name="佳旻 侯" userId="ba42c8672018ef79" providerId="LiveId" clId="{79DACB15-70D8-4354-A111-113118425672}" dt="2025-09-03T07:47:31.421" v="0"/>
        <pc:sldMkLst>
          <pc:docMk/>
          <pc:sldMk cId="3768160182" sldId="349"/>
        </pc:sldMkLst>
      </pc:sldChg>
    </pc:docChg>
  </pc:docChgLst>
  <pc:docChgLst>
    <pc:chgData name="子閎 林" userId="d496ebd3736cf63e" providerId="LiveId" clId="{D7AD2908-95AE-4169-B821-8B2C833741C5}"/>
    <pc:docChg chg="undo custSel addSld delSld modSld sldOrd">
      <pc:chgData name="子閎 林" userId="d496ebd3736cf63e" providerId="LiveId" clId="{D7AD2908-95AE-4169-B821-8B2C833741C5}" dt="2024-06-06T06:31:19.769" v="227" actId="20577"/>
      <pc:docMkLst>
        <pc:docMk/>
      </pc:docMkLst>
      <pc:sldChg chg="addSp delSp modSp mod">
        <pc:chgData name="子閎 林" userId="d496ebd3736cf63e" providerId="LiveId" clId="{D7AD2908-95AE-4169-B821-8B2C833741C5}" dt="2024-06-06T06:31:19.769" v="227" actId="20577"/>
        <pc:sldMkLst>
          <pc:docMk/>
          <pc:sldMk cId="832233356" sldId="256"/>
        </pc:sldMkLst>
        <pc:spChg chg="add mod">
          <ac:chgData name="子閎 林" userId="d496ebd3736cf63e" providerId="LiveId" clId="{D7AD2908-95AE-4169-B821-8B2C833741C5}" dt="2024-06-06T06:30:58.593" v="205"/>
          <ac:spMkLst>
            <pc:docMk/>
            <pc:sldMk cId="832233356" sldId="256"/>
            <ac:spMk id="2" creationId="{2518382C-AD77-92DF-70FA-C3AAF4C9D574}"/>
          </ac:spMkLst>
        </pc:spChg>
        <pc:spChg chg="del">
          <ac:chgData name="子閎 林" userId="d496ebd3736cf63e" providerId="LiveId" clId="{D7AD2908-95AE-4169-B821-8B2C833741C5}" dt="2024-06-06T06:31:09.713" v="206" actId="478"/>
          <ac:spMkLst>
            <pc:docMk/>
            <pc:sldMk cId="832233356" sldId="256"/>
            <ac:spMk id="3" creationId="{E7556D4D-F7AA-6F86-EB17-B5EE83ACFA24}"/>
          </ac:spMkLst>
        </pc:spChg>
        <pc:spChg chg="add mod">
          <ac:chgData name="子閎 林" userId="d496ebd3736cf63e" providerId="LiveId" clId="{D7AD2908-95AE-4169-B821-8B2C833741C5}" dt="2024-06-06T06:31:19.769" v="227" actId="20577"/>
          <ac:spMkLst>
            <pc:docMk/>
            <pc:sldMk cId="832233356" sldId="256"/>
            <ac:spMk id="6" creationId="{B216F34E-31B7-4114-9350-828442B89B52}"/>
          </ac:spMkLst>
        </pc:spChg>
        <pc:spChg chg="del">
          <ac:chgData name="子閎 林" userId="d496ebd3736cf63e" providerId="LiveId" clId="{D7AD2908-95AE-4169-B821-8B2C833741C5}" dt="2024-06-06T06:30:57.665" v="204" actId="478"/>
          <ac:spMkLst>
            <pc:docMk/>
            <pc:sldMk cId="832233356" sldId="256"/>
            <ac:spMk id="9" creationId="{B2B8A6F2-1114-E33F-91F2-79416E8521F6}"/>
          </ac:spMkLst>
        </pc:spChg>
      </pc:sldChg>
      <pc:sldChg chg="modSp mod">
        <pc:chgData name="子閎 林" userId="d496ebd3736cf63e" providerId="LiveId" clId="{D7AD2908-95AE-4169-B821-8B2C833741C5}" dt="2023-11-30T08:38:25.392" v="174" actId="207"/>
        <pc:sldMkLst>
          <pc:docMk/>
          <pc:sldMk cId="133955391" sldId="321"/>
        </pc:sldMkLst>
        <pc:spChg chg="mod">
          <ac:chgData name="子閎 林" userId="d496ebd3736cf63e" providerId="LiveId" clId="{D7AD2908-95AE-4169-B821-8B2C833741C5}" dt="2023-11-30T08:38:25.392" v="174" actId="207"/>
          <ac:spMkLst>
            <pc:docMk/>
            <pc:sldMk cId="133955391" sldId="321"/>
            <ac:spMk id="12" creationId="{5372DC90-628C-EF03-12E6-B6CA9CAE3144}"/>
          </ac:spMkLst>
        </pc:spChg>
      </pc:sldChg>
      <pc:sldChg chg="modSp mod">
        <pc:chgData name="子閎 林" userId="d496ebd3736cf63e" providerId="LiveId" clId="{D7AD2908-95AE-4169-B821-8B2C833741C5}" dt="2023-11-30T08:49:25.741" v="186" actId="20577"/>
        <pc:sldMkLst>
          <pc:docMk/>
          <pc:sldMk cId="662547952" sldId="322"/>
        </pc:sldMkLst>
        <pc:spChg chg="mod">
          <ac:chgData name="子閎 林" userId="d496ebd3736cf63e" providerId="LiveId" clId="{D7AD2908-95AE-4169-B821-8B2C833741C5}" dt="2023-11-30T08:49:25.741" v="186" actId="20577"/>
          <ac:spMkLst>
            <pc:docMk/>
            <pc:sldMk cId="662547952" sldId="322"/>
            <ac:spMk id="11" creationId="{816F6109-DE76-FCE7-9C7C-5E8B8D9BA3C1}"/>
          </ac:spMkLst>
        </pc:spChg>
      </pc:sldChg>
      <pc:sldChg chg="modSp mod">
        <pc:chgData name="子閎 林" userId="d496ebd3736cf63e" providerId="LiveId" clId="{D7AD2908-95AE-4169-B821-8B2C833741C5}" dt="2023-11-30T08:49:30.845" v="189" actId="20577"/>
        <pc:sldMkLst>
          <pc:docMk/>
          <pc:sldMk cId="619830805" sldId="323"/>
        </pc:sldMkLst>
        <pc:spChg chg="mod">
          <ac:chgData name="子閎 林" userId="d496ebd3736cf63e" providerId="LiveId" clId="{D7AD2908-95AE-4169-B821-8B2C833741C5}" dt="2023-11-30T08:49:30.845" v="189" actId="20577"/>
          <ac:spMkLst>
            <pc:docMk/>
            <pc:sldMk cId="619830805" sldId="323"/>
            <ac:spMk id="11" creationId="{816F6109-DE76-FCE7-9C7C-5E8B8D9BA3C1}"/>
          </ac:spMkLst>
        </pc:spChg>
      </pc:sldChg>
      <pc:sldChg chg="modSp mod">
        <pc:chgData name="子閎 林" userId="d496ebd3736cf63e" providerId="LiveId" clId="{D7AD2908-95AE-4169-B821-8B2C833741C5}" dt="2023-11-30T08:49:38.556" v="192" actId="20577"/>
        <pc:sldMkLst>
          <pc:docMk/>
          <pc:sldMk cId="1175493789" sldId="324"/>
        </pc:sldMkLst>
        <pc:spChg chg="mod">
          <ac:chgData name="子閎 林" userId="d496ebd3736cf63e" providerId="LiveId" clId="{D7AD2908-95AE-4169-B821-8B2C833741C5}" dt="2023-11-30T08:49:38.556" v="192" actId="20577"/>
          <ac:spMkLst>
            <pc:docMk/>
            <pc:sldMk cId="1175493789" sldId="324"/>
            <ac:spMk id="11" creationId="{816F6109-DE76-FCE7-9C7C-5E8B8D9BA3C1}"/>
          </ac:spMkLst>
        </pc:spChg>
      </pc:sldChg>
      <pc:sldChg chg="del">
        <pc:chgData name="子閎 林" userId="d496ebd3736cf63e" providerId="LiveId" clId="{D7AD2908-95AE-4169-B821-8B2C833741C5}" dt="2023-11-30T07:53:24.503" v="2" actId="47"/>
        <pc:sldMkLst>
          <pc:docMk/>
          <pc:sldMk cId="4064024578" sldId="325"/>
        </pc:sldMkLst>
      </pc:sldChg>
      <pc:sldChg chg="delSp modSp add del modAnim">
        <pc:chgData name="子閎 林" userId="d496ebd3736cf63e" providerId="LiveId" clId="{D7AD2908-95AE-4169-B821-8B2C833741C5}" dt="2023-11-30T08:49:44.652" v="195" actId="20577"/>
        <pc:sldMkLst>
          <pc:docMk/>
          <pc:sldMk cId="732078181" sldId="326"/>
        </pc:sldMkLst>
        <pc:spChg chg="mod topLvl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5" creationId="{525E9229-C318-2EF5-9F11-B86E3DCEE7DA}"/>
          </ac:spMkLst>
        </pc:spChg>
        <pc:spChg chg="mod topLvl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6" creationId="{E23D3FF2-B02D-910F-5210-892FA43A9ADD}"/>
          </ac:spMkLst>
        </pc:spChg>
        <pc:spChg chg="mod">
          <ac:chgData name="子閎 林" userId="d496ebd3736cf63e" providerId="LiveId" clId="{D7AD2908-95AE-4169-B821-8B2C833741C5}" dt="2023-11-30T08:49:44.652" v="195" actId="20577"/>
          <ac:spMkLst>
            <pc:docMk/>
            <pc:sldMk cId="732078181" sldId="326"/>
            <ac:spMk id="11" creationId="{816F6109-DE76-FCE7-9C7C-5E8B8D9BA3C1}"/>
          </ac:spMkLst>
        </pc:spChg>
        <pc:spChg chg="mod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13" creationId="{0DB3B3C9-E81B-D87F-5569-5ACB176C8697}"/>
          </ac:spMkLst>
        </pc:spChg>
        <pc:spChg chg="mod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14" creationId="{1DD3BC2D-5AE0-679A-F6CC-F4DBBFE135D5}"/>
          </ac:spMkLst>
        </pc:spChg>
        <pc:spChg chg="mod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16" creationId="{94F7C68F-8AC0-E7C8-D36C-985FF78FC991}"/>
          </ac:spMkLst>
        </pc:spChg>
        <pc:spChg chg="mod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17" creationId="{A3841742-A2F4-E922-DC1E-7A941FE2D427}"/>
          </ac:spMkLst>
        </pc:spChg>
        <pc:spChg chg="mod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19" creationId="{6F97970A-2E8B-AD81-693E-09B8688A0008}"/>
          </ac:spMkLst>
        </pc:spChg>
        <pc:spChg chg="mod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20" creationId="{F7C6FC1C-BCC4-DFF0-5497-5D4F1A32E5C8}"/>
          </ac:spMkLst>
        </pc:spChg>
        <pc:spChg chg="mod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44" creationId="{3B5ADB7B-CA82-7D6B-69C4-90A50A7F66C4}"/>
          </ac:spMkLst>
        </pc:spChg>
        <pc:spChg chg="mod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45" creationId="{028F7E7E-6FF1-17F2-A2B7-905CBB2A1D0A}"/>
          </ac:spMkLst>
        </pc:spChg>
        <pc:spChg chg="mod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47" creationId="{26B9F6FA-8DDE-0B32-ECB3-B90EE90915EF}"/>
          </ac:spMkLst>
        </pc:spChg>
        <pc:spChg chg="mod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48" creationId="{8B44094A-920C-2F3F-2BB6-67105C75A805}"/>
          </ac:spMkLst>
        </pc:spChg>
        <pc:spChg chg="mod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50" creationId="{8B7F4E98-3DFC-8E93-D111-FF6728E2A594}"/>
          </ac:spMkLst>
        </pc:spChg>
        <pc:spChg chg="mod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51" creationId="{40E2CCCA-E54E-E867-1B2C-914F30AE3CCF}"/>
          </ac:spMkLst>
        </pc:spChg>
        <pc:spChg chg="mod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93" creationId="{A93AE403-A22E-B128-4DA2-B100ECCB7C36}"/>
          </ac:spMkLst>
        </pc:spChg>
        <pc:spChg chg="mod">
          <ac:chgData name="子閎 林" userId="d496ebd3736cf63e" providerId="LiveId" clId="{D7AD2908-95AE-4169-B821-8B2C833741C5}" dt="2023-11-30T07:57:02.631" v="14" actId="165"/>
          <ac:spMkLst>
            <pc:docMk/>
            <pc:sldMk cId="732078181" sldId="326"/>
            <ac:spMk id="94" creationId="{5BCD3740-5312-EC1A-730F-4CE254822A56}"/>
          </ac:spMkLst>
        </pc:spChg>
        <pc:grpChg chg="mod topLvl">
          <ac:chgData name="子閎 林" userId="d496ebd3736cf63e" providerId="LiveId" clId="{D7AD2908-95AE-4169-B821-8B2C833741C5}" dt="2023-11-30T07:57:02.631" v="14" actId="165"/>
          <ac:grpSpMkLst>
            <pc:docMk/>
            <pc:sldMk cId="732078181" sldId="326"/>
            <ac:grpSpMk id="7" creationId="{60E030BB-8733-D7C0-ACCE-6D09DBEE3628}"/>
          </ac:grpSpMkLst>
        </pc:grpChg>
        <pc:grpChg chg="del">
          <ac:chgData name="子閎 林" userId="d496ebd3736cf63e" providerId="LiveId" clId="{D7AD2908-95AE-4169-B821-8B2C833741C5}" dt="2023-11-30T07:57:02.631" v="14" actId="165"/>
          <ac:grpSpMkLst>
            <pc:docMk/>
            <pc:sldMk cId="732078181" sldId="326"/>
            <ac:grpSpMk id="8" creationId="{7EB60BC2-A154-C7BF-224B-5435E998A49F}"/>
          </ac:grpSpMkLst>
        </pc:grpChg>
        <pc:grpChg chg="mod topLvl">
          <ac:chgData name="子閎 林" userId="d496ebd3736cf63e" providerId="LiveId" clId="{D7AD2908-95AE-4169-B821-8B2C833741C5}" dt="2023-11-30T07:57:02.631" v="14" actId="165"/>
          <ac:grpSpMkLst>
            <pc:docMk/>
            <pc:sldMk cId="732078181" sldId="326"/>
            <ac:grpSpMk id="15" creationId="{2AD3602A-7FB7-EA0B-5AB3-AC69B7A44B72}"/>
          </ac:grpSpMkLst>
        </pc:grpChg>
        <pc:grpChg chg="mod topLvl">
          <ac:chgData name="子閎 林" userId="d496ebd3736cf63e" providerId="LiveId" clId="{D7AD2908-95AE-4169-B821-8B2C833741C5}" dt="2023-11-30T07:57:02.631" v="14" actId="165"/>
          <ac:grpSpMkLst>
            <pc:docMk/>
            <pc:sldMk cId="732078181" sldId="326"/>
            <ac:grpSpMk id="18" creationId="{E8794B9F-1807-C92E-F141-18AE86B90B19}"/>
          </ac:grpSpMkLst>
        </pc:grpChg>
        <pc:grpChg chg="mod topLvl">
          <ac:chgData name="子閎 林" userId="d496ebd3736cf63e" providerId="LiveId" clId="{D7AD2908-95AE-4169-B821-8B2C833741C5}" dt="2023-11-30T07:57:02.631" v="14" actId="165"/>
          <ac:grpSpMkLst>
            <pc:docMk/>
            <pc:sldMk cId="732078181" sldId="326"/>
            <ac:grpSpMk id="43" creationId="{792B9AF6-0E1B-91B6-3ED1-C6BF32F0A613}"/>
          </ac:grpSpMkLst>
        </pc:grpChg>
        <pc:grpChg chg="mod topLvl">
          <ac:chgData name="子閎 林" userId="d496ebd3736cf63e" providerId="LiveId" clId="{D7AD2908-95AE-4169-B821-8B2C833741C5}" dt="2023-11-30T07:57:02.631" v="14" actId="165"/>
          <ac:grpSpMkLst>
            <pc:docMk/>
            <pc:sldMk cId="732078181" sldId="326"/>
            <ac:grpSpMk id="46" creationId="{6B3019E0-7E57-6736-C650-1EEB543089E5}"/>
          </ac:grpSpMkLst>
        </pc:grpChg>
        <pc:grpChg chg="mod topLvl">
          <ac:chgData name="子閎 林" userId="d496ebd3736cf63e" providerId="LiveId" clId="{D7AD2908-95AE-4169-B821-8B2C833741C5}" dt="2023-11-30T07:57:02.631" v="14" actId="165"/>
          <ac:grpSpMkLst>
            <pc:docMk/>
            <pc:sldMk cId="732078181" sldId="326"/>
            <ac:grpSpMk id="49" creationId="{B75BD4A9-E998-AD78-D0F5-CDA6B46BEE56}"/>
          </ac:grpSpMkLst>
        </pc:grpChg>
        <pc:grpChg chg="mod topLvl">
          <ac:chgData name="子閎 林" userId="d496ebd3736cf63e" providerId="LiveId" clId="{D7AD2908-95AE-4169-B821-8B2C833741C5}" dt="2023-11-30T07:57:02.631" v="14" actId="165"/>
          <ac:grpSpMkLst>
            <pc:docMk/>
            <pc:sldMk cId="732078181" sldId="326"/>
            <ac:grpSpMk id="92" creationId="{5B2703A1-C565-C01E-51BF-128686A133F2}"/>
          </ac:grpSpMkLst>
        </pc:grpChg>
        <pc:cxnChg chg="mod topLvl">
          <ac:chgData name="子閎 林" userId="d496ebd3736cf63e" providerId="LiveId" clId="{D7AD2908-95AE-4169-B821-8B2C833741C5}" dt="2023-11-30T07:57:02.631" v="14" actId="165"/>
          <ac:cxnSpMkLst>
            <pc:docMk/>
            <pc:sldMk cId="732078181" sldId="326"/>
            <ac:cxnSpMk id="22" creationId="{7DDC5EE3-5FA3-2393-EC93-7B3523AE3736}"/>
          </ac:cxnSpMkLst>
        </pc:cxnChg>
        <pc:cxnChg chg="mod topLvl">
          <ac:chgData name="子閎 林" userId="d496ebd3736cf63e" providerId="LiveId" clId="{D7AD2908-95AE-4169-B821-8B2C833741C5}" dt="2023-11-30T07:57:02.631" v="14" actId="165"/>
          <ac:cxnSpMkLst>
            <pc:docMk/>
            <pc:sldMk cId="732078181" sldId="326"/>
            <ac:cxnSpMk id="25" creationId="{3FE52737-E877-4176-2B45-EE67EEA6628E}"/>
          </ac:cxnSpMkLst>
        </pc:cxnChg>
        <pc:cxnChg chg="mod topLvl">
          <ac:chgData name="子閎 林" userId="d496ebd3736cf63e" providerId="LiveId" clId="{D7AD2908-95AE-4169-B821-8B2C833741C5}" dt="2023-11-30T07:57:02.631" v="14" actId="165"/>
          <ac:cxnSpMkLst>
            <pc:docMk/>
            <pc:sldMk cId="732078181" sldId="326"/>
            <ac:cxnSpMk id="28" creationId="{E1B6587A-27C8-C235-31EE-330814F79E1B}"/>
          </ac:cxnSpMkLst>
        </pc:cxnChg>
        <pc:cxnChg chg="mod topLvl">
          <ac:chgData name="子閎 林" userId="d496ebd3736cf63e" providerId="LiveId" clId="{D7AD2908-95AE-4169-B821-8B2C833741C5}" dt="2023-11-30T07:57:02.631" v="14" actId="165"/>
          <ac:cxnSpMkLst>
            <pc:docMk/>
            <pc:sldMk cId="732078181" sldId="326"/>
            <ac:cxnSpMk id="75" creationId="{987476CB-22EC-9F3D-42B9-1A21C0E4F2A7}"/>
          </ac:cxnSpMkLst>
        </pc:cxnChg>
        <pc:cxnChg chg="mod topLvl">
          <ac:chgData name="子閎 林" userId="d496ebd3736cf63e" providerId="LiveId" clId="{D7AD2908-95AE-4169-B821-8B2C833741C5}" dt="2023-11-30T07:57:02.631" v="14" actId="165"/>
          <ac:cxnSpMkLst>
            <pc:docMk/>
            <pc:sldMk cId="732078181" sldId="326"/>
            <ac:cxnSpMk id="76" creationId="{ACA2B9A6-DC85-12CD-FF56-A9A9B1F0964D}"/>
          </ac:cxnSpMkLst>
        </pc:cxnChg>
        <pc:cxnChg chg="mod topLvl">
          <ac:chgData name="子閎 林" userId="d496ebd3736cf63e" providerId="LiveId" clId="{D7AD2908-95AE-4169-B821-8B2C833741C5}" dt="2023-11-30T07:57:02.631" v="14" actId="165"/>
          <ac:cxnSpMkLst>
            <pc:docMk/>
            <pc:sldMk cId="732078181" sldId="326"/>
            <ac:cxnSpMk id="77" creationId="{E90AED56-6F81-DED7-D3BD-84C2D45E8B3C}"/>
          </ac:cxnSpMkLst>
        </pc:cxnChg>
        <pc:cxnChg chg="mod topLvl">
          <ac:chgData name="子閎 林" userId="d496ebd3736cf63e" providerId="LiveId" clId="{D7AD2908-95AE-4169-B821-8B2C833741C5}" dt="2023-11-30T07:57:02.631" v="14" actId="165"/>
          <ac:cxnSpMkLst>
            <pc:docMk/>
            <pc:sldMk cId="732078181" sldId="326"/>
            <ac:cxnSpMk id="83" creationId="{D523ED88-2FC5-4CFD-1FDC-606713517C8E}"/>
          </ac:cxnSpMkLst>
        </pc:cxnChg>
        <pc:cxnChg chg="mod topLvl">
          <ac:chgData name="子閎 林" userId="d496ebd3736cf63e" providerId="LiveId" clId="{D7AD2908-95AE-4169-B821-8B2C833741C5}" dt="2023-11-30T07:57:02.631" v="14" actId="165"/>
          <ac:cxnSpMkLst>
            <pc:docMk/>
            <pc:sldMk cId="732078181" sldId="326"/>
            <ac:cxnSpMk id="86" creationId="{88BCC107-1ED2-08CA-1DB6-8D8FEE1C72CB}"/>
          </ac:cxnSpMkLst>
        </pc:cxnChg>
        <pc:cxnChg chg="mod topLvl">
          <ac:chgData name="子閎 林" userId="d496ebd3736cf63e" providerId="LiveId" clId="{D7AD2908-95AE-4169-B821-8B2C833741C5}" dt="2023-11-30T07:57:02.631" v="14" actId="165"/>
          <ac:cxnSpMkLst>
            <pc:docMk/>
            <pc:sldMk cId="732078181" sldId="326"/>
            <ac:cxnSpMk id="89" creationId="{D524DAA0-B457-1EC4-BA62-98764BFC047A}"/>
          </ac:cxnSpMkLst>
        </pc:cxnChg>
        <pc:cxnChg chg="mod topLvl">
          <ac:chgData name="子閎 林" userId="d496ebd3736cf63e" providerId="LiveId" clId="{D7AD2908-95AE-4169-B821-8B2C833741C5}" dt="2023-11-30T07:57:02.631" v="14" actId="165"/>
          <ac:cxnSpMkLst>
            <pc:docMk/>
            <pc:sldMk cId="732078181" sldId="326"/>
            <ac:cxnSpMk id="95" creationId="{C0FE0AA1-35BE-31DB-C372-A17D6EAA711E}"/>
          </ac:cxnSpMkLst>
        </pc:cxnChg>
      </pc:sldChg>
      <pc:sldChg chg="add del modAnim">
        <pc:chgData name="子閎 林" userId="d496ebd3736cf63e" providerId="LiveId" clId="{D7AD2908-95AE-4169-B821-8B2C833741C5}" dt="2023-11-30T07:56:00.431" v="7" actId="47"/>
        <pc:sldMkLst>
          <pc:docMk/>
          <pc:sldMk cId="631650055" sldId="327"/>
        </pc:sldMkLst>
      </pc:sldChg>
      <pc:sldChg chg="addSp delSp modSp add mod delAnim modAnim">
        <pc:chgData name="子閎 林" userId="d496ebd3736cf63e" providerId="LiveId" clId="{D7AD2908-95AE-4169-B821-8B2C833741C5}" dt="2023-11-30T08:49:49.318" v="198" actId="20577"/>
        <pc:sldMkLst>
          <pc:docMk/>
          <pc:sldMk cId="974040070" sldId="327"/>
        </pc:sldMkLst>
        <pc:spChg chg="del mod topLvl">
          <ac:chgData name="子閎 林" userId="d496ebd3736cf63e" providerId="LiveId" clId="{D7AD2908-95AE-4169-B821-8B2C833741C5}" dt="2023-11-30T08:04:28.431" v="48" actId="478"/>
          <ac:spMkLst>
            <pc:docMk/>
            <pc:sldMk cId="974040070" sldId="327"/>
            <ac:spMk id="5" creationId="{525E9229-C318-2EF5-9F11-B86E3DCEE7DA}"/>
          </ac:spMkLst>
        </pc:spChg>
        <pc:spChg chg="del mod topLvl">
          <ac:chgData name="子閎 林" userId="d496ebd3736cf63e" providerId="LiveId" clId="{D7AD2908-95AE-4169-B821-8B2C833741C5}" dt="2023-11-30T08:04:28.431" v="48" actId="478"/>
          <ac:spMkLst>
            <pc:docMk/>
            <pc:sldMk cId="974040070" sldId="327"/>
            <ac:spMk id="6" creationId="{E23D3FF2-B02D-910F-5210-892FA43A9ADD}"/>
          </ac:spMkLst>
        </pc:spChg>
        <pc:spChg chg="mod">
          <ac:chgData name="子閎 林" userId="d496ebd3736cf63e" providerId="LiveId" clId="{D7AD2908-95AE-4169-B821-8B2C833741C5}" dt="2023-11-30T08:49:49.318" v="198" actId="20577"/>
          <ac:spMkLst>
            <pc:docMk/>
            <pc:sldMk cId="974040070" sldId="327"/>
            <ac:spMk id="11" creationId="{816F6109-DE76-FCE7-9C7C-5E8B8D9BA3C1}"/>
          </ac:spMkLst>
        </pc:spChg>
        <pc:spChg chg="mod">
          <ac:chgData name="子閎 林" userId="d496ebd3736cf63e" providerId="LiveId" clId="{D7AD2908-95AE-4169-B821-8B2C833741C5}" dt="2023-11-30T07:59:59.191" v="33"/>
          <ac:spMkLst>
            <pc:docMk/>
            <pc:sldMk cId="974040070" sldId="327"/>
            <ac:spMk id="12" creationId="{B4FF420C-4751-FEBB-374C-84842F697927}"/>
          </ac:spMkLst>
        </pc:spChg>
        <pc:spChg chg="mod">
          <ac:chgData name="子閎 林" userId="d496ebd3736cf63e" providerId="LiveId" clId="{D7AD2908-95AE-4169-B821-8B2C833741C5}" dt="2023-11-30T07:56:11.737" v="10" actId="165"/>
          <ac:spMkLst>
            <pc:docMk/>
            <pc:sldMk cId="974040070" sldId="327"/>
            <ac:spMk id="13" creationId="{0DB3B3C9-E81B-D87F-5569-5ACB176C8697}"/>
          </ac:spMkLst>
        </pc:spChg>
        <pc:spChg chg="mod">
          <ac:chgData name="子閎 林" userId="d496ebd3736cf63e" providerId="LiveId" clId="{D7AD2908-95AE-4169-B821-8B2C833741C5}" dt="2023-11-30T07:56:11.737" v="10" actId="165"/>
          <ac:spMkLst>
            <pc:docMk/>
            <pc:sldMk cId="974040070" sldId="327"/>
            <ac:spMk id="14" creationId="{1DD3BC2D-5AE0-679A-F6CC-F4DBBFE135D5}"/>
          </ac:spMkLst>
        </pc:spChg>
        <pc:spChg chg="mod">
          <ac:chgData name="子閎 林" userId="d496ebd3736cf63e" providerId="LiveId" clId="{D7AD2908-95AE-4169-B821-8B2C833741C5}" dt="2023-11-30T07:56:11.737" v="10" actId="165"/>
          <ac:spMkLst>
            <pc:docMk/>
            <pc:sldMk cId="974040070" sldId="327"/>
            <ac:spMk id="16" creationId="{94F7C68F-8AC0-E7C8-D36C-985FF78FC991}"/>
          </ac:spMkLst>
        </pc:spChg>
        <pc:spChg chg="mod">
          <ac:chgData name="子閎 林" userId="d496ebd3736cf63e" providerId="LiveId" clId="{D7AD2908-95AE-4169-B821-8B2C833741C5}" dt="2023-11-30T07:56:11.737" v="10" actId="165"/>
          <ac:spMkLst>
            <pc:docMk/>
            <pc:sldMk cId="974040070" sldId="327"/>
            <ac:spMk id="17" creationId="{A3841742-A2F4-E922-DC1E-7A941FE2D427}"/>
          </ac:spMkLst>
        </pc:spChg>
        <pc:spChg chg="mod">
          <ac:chgData name="子閎 林" userId="d496ebd3736cf63e" providerId="LiveId" clId="{D7AD2908-95AE-4169-B821-8B2C833741C5}" dt="2023-11-30T07:56:11.737" v="10" actId="165"/>
          <ac:spMkLst>
            <pc:docMk/>
            <pc:sldMk cId="974040070" sldId="327"/>
            <ac:spMk id="19" creationId="{6F97970A-2E8B-AD81-693E-09B8688A0008}"/>
          </ac:spMkLst>
        </pc:spChg>
        <pc:spChg chg="mod">
          <ac:chgData name="子閎 林" userId="d496ebd3736cf63e" providerId="LiveId" clId="{D7AD2908-95AE-4169-B821-8B2C833741C5}" dt="2023-11-30T07:56:11.737" v="10" actId="165"/>
          <ac:spMkLst>
            <pc:docMk/>
            <pc:sldMk cId="974040070" sldId="327"/>
            <ac:spMk id="20" creationId="{F7C6FC1C-BCC4-DFF0-5497-5D4F1A32E5C8}"/>
          </ac:spMkLst>
        </pc:spChg>
        <pc:spChg chg="mod">
          <ac:chgData name="子閎 林" userId="d496ebd3736cf63e" providerId="LiveId" clId="{D7AD2908-95AE-4169-B821-8B2C833741C5}" dt="2023-11-30T07:59:59.191" v="33"/>
          <ac:spMkLst>
            <pc:docMk/>
            <pc:sldMk cId="974040070" sldId="327"/>
            <ac:spMk id="21" creationId="{E051DB3D-5852-6FEA-727D-253507FE1DBD}"/>
          </ac:spMkLst>
        </pc:spChg>
        <pc:spChg chg="mod">
          <ac:chgData name="子閎 林" userId="d496ebd3736cf63e" providerId="LiveId" clId="{D7AD2908-95AE-4169-B821-8B2C833741C5}" dt="2023-11-30T08:01:02.251" v="38"/>
          <ac:spMkLst>
            <pc:docMk/>
            <pc:sldMk cId="974040070" sldId="327"/>
            <ac:spMk id="24" creationId="{7B3BA91E-97EB-94C7-3D02-2F2BD6DF4334}"/>
          </ac:spMkLst>
        </pc:spChg>
        <pc:spChg chg="mod">
          <ac:chgData name="子閎 林" userId="d496ebd3736cf63e" providerId="LiveId" clId="{D7AD2908-95AE-4169-B821-8B2C833741C5}" dt="2023-11-30T08:01:02.251" v="38"/>
          <ac:spMkLst>
            <pc:docMk/>
            <pc:sldMk cId="974040070" sldId="327"/>
            <ac:spMk id="26" creationId="{895B63A5-761D-E7A0-8EBE-5B1B67170426}"/>
          </ac:spMkLst>
        </pc:spChg>
        <pc:spChg chg="add del mod">
          <ac:chgData name="子閎 林" userId="d496ebd3736cf63e" providerId="LiveId" clId="{D7AD2908-95AE-4169-B821-8B2C833741C5}" dt="2023-11-30T08:05:18.905" v="59" actId="478"/>
          <ac:spMkLst>
            <pc:docMk/>
            <pc:sldMk cId="974040070" sldId="327"/>
            <ac:spMk id="27" creationId="{CDD8A898-78E4-D37D-E60E-850015100F57}"/>
          </ac:spMkLst>
        </pc:spChg>
        <pc:spChg chg="add mod">
          <ac:chgData name="子閎 林" userId="d496ebd3736cf63e" providerId="LiveId" clId="{D7AD2908-95AE-4169-B821-8B2C833741C5}" dt="2023-11-30T08:23:33.810" v="72" actId="20577"/>
          <ac:spMkLst>
            <pc:docMk/>
            <pc:sldMk cId="974040070" sldId="327"/>
            <ac:spMk id="29" creationId="{D4BCDBB0-4699-FF08-B96E-A4C19A6D3E3E}"/>
          </ac:spMkLst>
        </pc:spChg>
        <pc:spChg chg="add mod">
          <ac:chgData name="子閎 林" userId="d496ebd3736cf63e" providerId="LiveId" clId="{D7AD2908-95AE-4169-B821-8B2C833741C5}" dt="2023-11-30T08:25:28.259" v="93" actId="207"/>
          <ac:spMkLst>
            <pc:docMk/>
            <pc:sldMk cId="974040070" sldId="327"/>
            <ac:spMk id="39" creationId="{521C2047-D635-799E-720E-127C65C008DA}"/>
          </ac:spMkLst>
        </pc:spChg>
        <pc:spChg chg="add mod">
          <ac:chgData name="子閎 林" userId="d496ebd3736cf63e" providerId="LiveId" clId="{D7AD2908-95AE-4169-B821-8B2C833741C5}" dt="2023-11-30T08:25:36.436" v="95" actId="1076"/>
          <ac:spMkLst>
            <pc:docMk/>
            <pc:sldMk cId="974040070" sldId="327"/>
            <ac:spMk id="40" creationId="{46EAA157-E918-D4A7-F754-B322812AC989}"/>
          </ac:spMkLst>
        </pc:spChg>
        <pc:spChg chg="add mod">
          <ac:chgData name="子閎 林" userId="d496ebd3736cf63e" providerId="LiveId" clId="{D7AD2908-95AE-4169-B821-8B2C833741C5}" dt="2023-11-30T08:25:50.348" v="98" actId="1076"/>
          <ac:spMkLst>
            <pc:docMk/>
            <pc:sldMk cId="974040070" sldId="327"/>
            <ac:spMk id="41" creationId="{64C5CE12-07CE-87EB-95D1-C1AD9C3A4A95}"/>
          </ac:spMkLst>
        </pc:spChg>
        <pc:spChg chg="mod">
          <ac:chgData name="子閎 林" userId="d496ebd3736cf63e" providerId="LiveId" clId="{D7AD2908-95AE-4169-B821-8B2C833741C5}" dt="2023-11-30T07:56:11.737" v="10" actId="165"/>
          <ac:spMkLst>
            <pc:docMk/>
            <pc:sldMk cId="974040070" sldId="327"/>
            <ac:spMk id="44" creationId="{3B5ADB7B-CA82-7D6B-69C4-90A50A7F66C4}"/>
          </ac:spMkLst>
        </pc:spChg>
        <pc:spChg chg="mod">
          <ac:chgData name="子閎 林" userId="d496ebd3736cf63e" providerId="LiveId" clId="{D7AD2908-95AE-4169-B821-8B2C833741C5}" dt="2023-11-30T07:56:11.737" v="10" actId="165"/>
          <ac:spMkLst>
            <pc:docMk/>
            <pc:sldMk cId="974040070" sldId="327"/>
            <ac:spMk id="45" creationId="{028F7E7E-6FF1-17F2-A2B7-905CBB2A1D0A}"/>
          </ac:spMkLst>
        </pc:spChg>
        <pc:spChg chg="mod">
          <ac:chgData name="子閎 林" userId="d496ebd3736cf63e" providerId="LiveId" clId="{D7AD2908-95AE-4169-B821-8B2C833741C5}" dt="2023-11-30T07:56:11.737" v="10" actId="165"/>
          <ac:spMkLst>
            <pc:docMk/>
            <pc:sldMk cId="974040070" sldId="327"/>
            <ac:spMk id="47" creationId="{26B9F6FA-8DDE-0B32-ECB3-B90EE90915EF}"/>
          </ac:spMkLst>
        </pc:spChg>
        <pc:spChg chg="mod">
          <ac:chgData name="子閎 林" userId="d496ebd3736cf63e" providerId="LiveId" clId="{D7AD2908-95AE-4169-B821-8B2C833741C5}" dt="2023-11-30T07:56:11.737" v="10" actId="165"/>
          <ac:spMkLst>
            <pc:docMk/>
            <pc:sldMk cId="974040070" sldId="327"/>
            <ac:spMk id="48" creationId="{8B44094A-920C-2F3F-2BB6-67105C75A805}"/>
          </ac:spMkLst>
        </pc:spChg>
        <pc:spChg chg="mod">
          <ac:chgData name="子閎 林" userId="d496ebd3736cf63e" providerId="LiveId" clId="{D7AD2908-95AE-4169-B821-8B2C833741C5}" dt="2023-11-30T07:56:11.737" v="10" actId="165"/>
          <ac:spMkLst>
            <pc:docMk/>
            <pc:sldMk cId="974040070" sldId="327"/>
            <ac:spMk id="50" creationId="{8B7F4E98-3DFC-8E93-D111-FF6728E2A594}"/>
          </ac:spMkLst>
        </pc:spChg>
        <pc:spChg chg="mod">
          <ac:chgData name="子閎 林" userId="d496ebd3736cf63e" providerId="LiveId" clId="{D7AD2908-95AE-4169-B821-8B2C833741C5}" dt="2023-11-30T07:56:11.737" v="10" actId="165"/>
          <ac:spMkLst>
            <pc:docMk/>
            <pc:sldMk cId="974040070" sldId="327"/>
            <ac:spMk id="51" creationId="{40E2CCCA-E54E-E867-1B2C-914F30AE3CCF}"/>
          </ac:spMkLst>
        </pc:spChg>
        <pc:spChg chg="add mod">
          <ac:chgData name="子閎 林" userId="d496ebd3736cf63e" providerId="LiveId" clId="{D7AD2908-95AE-4169-B821-8B2C833741C5}" dt="2023-11-30T08:28:30.165" v="122" actId="1076"/>
          <ac:spMkLst>
            <pc:docMk/>
            <pc:sldMk cId="974040070" sldId="327"/>
            <ac:spMk id="54" creationId="{C9E81556-598E-8481-9FFA-D3AAFA9B4A4C}"/>
          </ac:spMkLst>
        </pc:spChg>
        <pc:spChg chg="add mod">
          <ac:chgData name="子閎 林" userId="d496ebd3736cf63e" providerId="LiveId" clId="{D7AD2908-95AE-4169-B821-8B2C833741C5}" dt="2023-11-30T08:27:01.807" v="119" actId="1076"/>
          <ac:spMkLst>
            <pc:docMk/>
            <pc:sldMk cId="974040070" sldId="327"/>
            <ac:spMk id="55" creationId="{60A2A051-5A28-C81F-7FB2-009B593A5C97}"/>
          </ac:spMkLst>
        </pc:spChg>
        <pc:spChg chg="add mod">
          <ac:chgData name="子閎 林" userId="d496ebd3736cf63e" providerId="LiveId" clId="{D7AD2908-95AE-4169-B821-8B2C833741C5}" dt="2023-11-30T08:28:24.022" v="121" actId="1076"/>
          <ac:spMkLst>
            <pc:docMk/>
            <pc:sldMk cId="974040070" sldId="327"/>
            <ac:spMk id="56" creationId="{3D4046C8-DBEF-7C3B-15C2-7A070C41B09E}"/>
          </ac:spMkLst>
        </pc:spChg>
        <pc:spChg chg="mod">
          <ac:chgData name="子閎 林" userId="d496ebd3736cf63e" providerId="LiveId" clId="{D7AD2908-95AE-4169-B821-8B2C833741C5}" dt="2023-11-30T07:56:11.737" v="10" actId="165"/>
          <ac:spMkLst>
            <pc:docMk/>
            <pc:sldMk cId="974040070" sldId="327"/>
            <ac:spMk id="93" creationId="{A93AE403-A22E-B128-4DA2-B100ECCB7C36}"/>
          </ac:spMkLst>
        </pc:spChg>
        <pc:spChg chg="mod">
          <ac:chgData name="子閎 林" userId="d496ebd3736cf63e" providerId="LiveId" clId="{D7AD2908-95AE-4169-B821-8B2C833741C5}" dt="2023-11-30T07:56:11.737" v="10" actId="165"/>
          <ac:spMkLst>
            <pc:docMk/>
            <pc:sldMk cId="974040070" sldId="327"/>
            <ac:spMk id="94" creationId="{5BCD3740-5312-EC1A-730F-4CE254822A56}"/>
          </ac:spMkLst>
        </pc:spChg>
        <pc:grpChg chg="del mod topLvl">
          <ac:chgData name="子閎 林" userId="d496ebd3736cf63e" providerId="LiveId" clId="{D7AD2908-95AE-4169-B821-8B2C833741C5}" dt="2023-11-30T08:04:31.271" v="49" actId="478"/>
          <ac:grpSpMkLst>
            <pc:docMk/>
            <pc:sldMk cId="974040070" sldId="327"/>
            <ac:grpSpMk id="7" creationId="{60E030BB-8733-D7C0-ACCE-6D09DBEE3628}"/>
          </ac:grpSpMkLst>
        </pc:grpChg>
        <pc:grpChg chg="del">
          <ac:chgData name="子閎 林" userId="d496ebd3736cf63e" providerId="LiveId" clId="{D7AD2908-95AE-4169-B821-8B2C833741C5}" dt="2023-11-30T07:56:11.737" v="10" actId="165"/>
          <ac:grpSpMkLst>
            <pc:docMk/>
            <pc:sldMk cId="974040070" sldId="327"/>
            <ac:grpSpMk id="8" creationId="{7EB60BC2-A154-C7BF-224B-5435E998A49F}"/>
          </ac:grpSpMkLst>
        </pc:grpChg>
        <pc:grpChg chg="add mod">
          <ac:chgData name="子閎 林" userId="d496ebd3736cf63e" providerId="LiveId" clId="{D7AD2908-95AE-4169-B821-8B2C833741C5}" dt="2023-11-30T08:05:16.731" v="58" actId="1037"/>
          <ac:grpSpMkLst>
            <pc:docMk/>
            <pc:sldMk cId="974040070" sldId="327"/>
            <ac:grpSpMk id="9" creationId="{83ACF086-56A8-0ACB-073E-57C010C16D75}"/>
          </ac:grpSpMkLst>
        </pc:grpChg>
        <pc:grpChg chg="del mod topLvl">
          <ac:chgData name="子閎 林" userId="d496ebd3736cf63e" providerId="LiveId" clId="{D7AD2908-95AE-4169-B821-8B2C833741C5}" dt="2023-11-30T08:04:28.431" v="48" actId="478"/>
          <ac:grpSpMkLst>
            <pc:docMk/>
            <pc:sldMk cId="974040070" sldId="327"/>
            <ac:grpSpMk id="15" creationId="{2AD3602A-7FB7-EA0B-5AB3-AC69B7A44B72}"/>
          </ac:grpSpMkLst>
        </pc:grpChg>
        <pc:grpChg chg="del mod topLvl">
          <ac:chgData name="子閎 林" userId="d496ebd3736cf63e" providerId="LiveId" clId="{D7AD2908-95AE-4169-B821-8B2C833741C5}" dt="2023-11-30T08:04:28.431" v="48" actId="478"/>
          <ac:grpSpMkLst>
            <pc:docMk/>
            <pc:sldMk cId="974040070" sldId="327"/>
            <ac:grpSpMk id="18" creationId="{E8794B9F-1807-C92E-F141-18AE86B90B19}"/>
          </ac:grpSpMkLst>
        </pc:grpChg>
        <pc:grpChg chg="add mod">
          <ac:chgData name="子閎 林" userId="d496ebd3736cf63e" providerId="LiveId" clId="{D7AD2908-95AE-4169-B821-8B2C833741C5}" dt="2023-11-30T08:05:16.731" v="58" actId="1037"/>
          <ac:grpSpMkLst>
            <pc:docMk/>
            <pc:sldMk cId="974040070" sldId="327"/>
            <ac:grpSpMk id="23" creationId="{F678C2ED-460C-198E-A726-D66C495347FF}"/>
          </ac:grpSpMkLst>
        </pc:grpChg>
        <pc:grpChg chg="del mod topLvl">
          <ac:chgData name="子閎 林" userId="d496ebd3736cf63e" providerId="LiveId" clId="{D7AD2908-95AE-4169-B821-8B2C833741C5}" dt="2023-11-30T08:04:28.431" v="48" actId="478"/>
          <ac:grpSpMkLst>
            <pc:docMk/>
            <pc:sldMk cId="974040070" sldId="327"/>
            <ac:grpSpMk id="43" creationId="{792B9AF6-0E1B-91B6-3ED1-C6BF32F0A613}"/>
          </ac:grpSpMkLst>
        </pc:grpChg>
        <pc:grpChg chg="del mod topLvl">
          <ac:chgData name="子閎 林" userId="d496ebd3736cf63e" providerId="LiveId" clId="{D7AD2908-95AE-4169-B821-8B2C833741C5}" dt="2023-11-30T08:04:28.431" v="48" actId="478"/>
          <ac:grpSpMkLst>
            <pc:docMk/>
            <pc:sldMk cId="974040070" sldId="327"/>
            <ac:grpSpMk id="46" creationId="{6B3019E0-7E57-6736-C650-1EEB543089E5}"/>
          </ac:grpSpMkLst>
        </pc:grpChg>
        <pc:grpChg chg="del mod topLvl">
          <ac:chgData name="子閎 林" userId="d496ebd3736cf63e" providerId="LiveId" clId="{D7AD2908-95AE-4169-B821-8B2C833741C5}" dt="2023-11-30T08:04:28.431" v="48" actId="478"/>
          <ac:grpSpMkLst>
            <pc:docMk/>
            <pc:sldMk cId="974040070" sldId="327"/>
            <ac:grpSpMk id="49" creationId="{B75BD4A9-E998-AD78-D0F5-CDA6B46BEE56}"/>
          </ac:grpSpMkLst>
        </pc:grpChg>
        <pc:grpChg chg="mod topLvl">
          <ac:chgData name="子閎 林" userId="d496ebd3736cf63e" providerId="LiveId" clId="{D7AD2908-95AE-4169-B821-8B2C833741C5}" dt="2023-11-30T08:05:16.731" v="58" actId="1037"/>
          <ac:grpSpMkLst>
            <pc:docMk/>
            <pc:sldMk cId="974040070" sldId="327"/>
            <ac:grpSpMk id="92" creationId="{5B2703A1-C565-C01E-51BF-128686A133F2}"/>
          </ac:grpSpMkLst>
        </pc:grpChg>
        <pc:cxnChg chg="del mod topLvl">
          <ac:chgData name="子閎 林" userId="d496ebd3736cf63e" providerId="LiveId" clId="{D7AD2908-95AE-4169-B821-8B2C833741C5}" dt="2023-11-30T08:04:28.431" v="48" actId="478"/>
          <ac:cxnSpMkLst>
            <pc:docMk/>
            <pc:sldMk cId="974040070" sldId="327"/>
            <ac:cxnSpMk id="22" creationId="{7DDC5EE3-5FA3-2393-EC93-7B3523AE3736}"/>
          </ac:cxnSpMkLst>
        </pc:cxnChg>
        <pc:cxnChg chg="del mod topLvl">
          <ac:chgData name="子閎 林" userId="d496ebd3736cf63e" providerId="LiveId" clId="{D7AD2908-95AE-4169-B821-8B2C833741C5}" dt="2023-11-30T08:04:28.431" v="48" actId="478"/>
          <ac:cxnSpMkLst>
            <pc:docMk/>
            <pc:sldMk cId="974040070" sldId="327"/>
            <ac:cxnSpMk id="25" creationId="{3FE52737-E877-4176-2B45-EE67EEA6628E}"/>
          </ac:cxnSpMkLst>
        </pc:cxnChg>
        <pc:cxnChg chg="del mod topLvl">
          <ac:chgData name="子閎 林" userId="d496ebd3736cf63e" providerId="LiveId" clId="{D7AD2908-95AE-4169-B821-8B2C833741C5}" dt="2023-11-30T08:04:28.431" v="48" actId="478"/>
          <ac:cxnSpMkLst>
            <pc:docMk/>
            <pc:sldMk cId="974040070" sldId="327"/>
            <ac:cxnSpMk id="28" creationId="{E1B6587A-27C8-C235-31EE-330814F79E1B}"/>
          </ac:cxnSpMkLst>
        </pc:cxnChg>
        <pc:cxnChg chg="add mod">
          <ac:chgData name="子閎 林" userId="d496ebd3736cf63e" providerId="LiveId" clId="{D7AD2908-95AE-4169-B821-8B2C833741C5}" dt="2023-11-30T08:25:58.194" v="101" actId="14100"/>
          <ac:cxnSpMkLst>
            <pc:docMk/>
            <pc:sldMk cId="974040070" sldId="327"/>
            <ac:cxnSpMk id="30" creationId="{90FA5B31-3198-EDF5-A117-C388BAA5074C}"/>
          </ac:cxnSpMkLst>
        </pc:cxnChg>
        <pc:cxnChg chg="add mod">
          <ac:chgData name="子閎 林" userId="d496ebd3736cf63e" providerId="LiveId" clId="{D7AD2908-95AE-4169-B821-8B2C833741C5}" dt="2023-11-30T08:25:56.132" v="100" actId="14100"/>
          <ac:cxnSpMkLst>
            <pc:docMk/>
            <pc:sldMk cId="974040070" sldId="327"/>
            <ac:cxnSpMk id="33" creationId="{DFE74A07-7C4F-8077-686D-2500659DF335}"/>
          </ac:cxnSpMkLst>
        </pc:cxnChg>
        <pc:cxnChg chg="add mod">
          <ac:chgData name="子閎 林" userId="d496ebd3736cf63e" providerId="LiveId" clId="{D7AD2908-95AE-4169-B821-8B2C833741C5}" dt="2023-11-30T08:25:53.026" v="99" actId="14100"/>
          <ac:cxnSpMkLst>
            <pc:docMk/>
            <pc:sldMk cId="974040070" sldId="327"/>
            <ac:cxnSpMk id="36" creationId="{810AB38D-F5B9-49DC-8051-019C38CB4801}"/>
          </ac:cxnSpMkLst>
        </pc:cxnChg>
        <pc:cxnChg chg="del mod topLvl">
          <ac:chgData name="子閎 林" userId="d496ebd3736cf63e" providerId="LiveId" clId="{D7AD2908-95AE-4169-B821-8B2C833741C5}" dt="2023-11-30T08:04:28.431" v="48" actId="478"/>
          <ac:cxnSpMkLst>
            <pc:docMk/>
            <pc:sldMk cId="974040070" sldId="327"/>
            <ac:cxnSpMk id="75" creationId="{987476CB-22EC-9F3D-42B9-1A21C0E4F2A7}"/>
          </ac:cxnSpMkLst>
        </pc:cxnChg>
        <pc:cxnChg chg="del mod topLvl">
          <ac:chgData name="子閎 林" userId="d496ebd3736cf63e" providerId="LiveId" clId="{D7AD2908-95AE-4169-B821-8B2C833741C5}" dt="2023-11-30T08:04:28.431" v="48" actId="478"/>
          <ac:cxnSpMkLst>
            <pc:docMk/>
            <pc:sldMk cId="974040070" sldId="327"/>
            <ac:cxnSpMk id="76" creationId="{ACA2B9A6-DC85-12CD-FF56-A9A9B1F0964D}"/>
          </ac:cxnSpMkLst>
        </pc:cxnChg>
        <pc:cxnChg chg="del mod topLvl">
          <ac:chgData name="子閎 林" userId="d496ebd3736cf63e" providerId="LiveId" clId="{D7AD2908-95AE-4169-B821-8B2C833741C5}" dt="2023-11-30T08:04:28.431" v="48" actId="478"/>
          <ac:cxnSpMkLst>
            <pc:docMk/>
            <pc:sldMk cId="974040070" sldId="327"/>
            <ac:cxnSpMk id="77" creationId="{E90AED56-6F81-DED7-D3BD-84C2D45E8B3C}"/>
          </ac:cxnSpMkLst>
        </pc:cxnChg>
        <pc:cxnChg chg="del mod topLvl">
          <ac:chgData name="子閎 林" userId="d496ebd3736cf63e" providerId="LiveId" clId="{D7AD2908-95AE-4169-B821-8B2C833741C5}" dt="2023-11-30T08:04:28.431" v="48" actId="478"/>
          <ac:cxnSpMkLst>
            <pc:docMk/>
            <pc:sldMk cId="974040070" sldId="327"/>
            <ac:cxnSpMk id="83" creationId="{D523ED88-2FC5-4CFD-1FDC-606713517C8E}"/>
          </ac:cxnSpMkLst>
        </pc:cxnChg>
        <pc:cxnChg chg="del mod topLvl">
          <ac:chgData name="子閎 林" userId="d496ebd3736cf63e" providerId="LiveId" clId="{D7AD2908-95AE-4169-B821-8B2C833741C5}" dt="2023-11-30T08:04:28.431" v="48" actId="478"/>
          <ac:cxnSpMkLst>
            <pc:docMk/>
            <pc:sldMk cId="974040070" sldId="327"/>
            <ac:cxnSpMk id="86" creationId="{88BCC107-1ED2-08CA-1DB6-8D8FEE1C72CB}"/>
          </ac:cxnSpMkLst>
        </pc:cxnChg>
        <pc:cxnChg chg="del mod topLvl">
          <ac:chgData name="子閎 林" userId="d496ebd3736cf63e" providerId="LiveId" clId="{D7AD2908-95AE-4169-B821-8B2C833741C5}" dt="2023-11-30T08:04:28.431" v="48" actId="478"/>
          <ac:cxnSpMkLst>
            <pc:docMk/>
            <pc:sldMk cId="974040070" sldId="327"/>
            <ac:cxnSpMk id="89" creationId="{D524DAA0-B457-1EC4-BA62-98764BFC047A}"/>
          </ac:cxnSpMkLst>
        </pc:cxnChg>
        <pc:cxnChg chg="del mod topLvl">
          <ac:chgData name="子閎 林" userId="d496ebd3736cf63e" providerId="LiveId" clId="{D7AD2908-95AE-4169-B821-8B2C833741C5}" dt="2023-11-30T08:04:28.431" v="48" actId="478"/>
          <ac:cxnSpMkLst>
            <pc:docMk/>
            <pc:sldMk cId="974040070" sldId="327"/>
            <ac:cxnSpMk id="95" creationId="{C0FE0AA1-35BE-31DB-C372-A17D6EAA711E}"/>
          </ac:cxnSpMkLst>
        </pc:cxnChg>
      </pc:sldChg>
      <pc:sldChg chg="modSp add mod ord">
        <pc:chgData name="子閎 林" userId="d496ebd3736cf63e" providerId="LiveId" clId="{D7AD2908-95AE-4169-B821-8B2C833741C5}" dt="2023-11-30T08:50:08.458" v="203" actId="20577"/>
        <pc:sldMkLst>
          <pc:docMk/>
          <pc:sldMk cId="3352873231" sldId="328"/>
        </pc:sldMkLst>
        <pc:spChg chg="mod">
          <ac:chgData name="子閎 林" userId="d496ebd3736cf63e" providerId="LiveId" clId="{D7AD2908-95AE-4169-B821-8B2C833741C5}" dt="2023-11-30T08:50:04.864" v="202" actId="20577"/>
          <ac:spMkLst>
            <pc:docMk/>
            <pc:sldMk cId="3352873231" sldId="328"/>
            <ac:spMk id="11" creationId="{816F6109-DE76-FCE7-9C7C-5E8B8D9BA3C1}"/>
          </ac:spMkLst>
        </pc:spChg>
        <pc:spChg chg="mod">
          <ac:chgData name="子閎 林" userId="d496ebd3736cf63e" providerId="LiveId" clId="{D7AD2908-95AE-4169-B821-8B2C833741C5}" dt="2023-11-30T08:50:08.458" v="203" actId="20577"/>
          <ac:spMkLst>
            <pc:docMk/>
            <pc:sldMk cId="3352873231" sldId="328"/>
            <ac:spMk id="12" creationId="{5372DC90-628C-EF03-12E6-B6CA9CAE3144}"/>
          </ac:spMkLst>
        </pc:spChg>
      </pc:sldChg>
      <pc:sldChg chg="add ord">
        <pc:chgData name="子閎 林" userId="d496ebd3736cf63e" providerId="LiveId" clId="{D7AD2908-95AE-4169-B821-8B2C833741C5}" dt="2023-11-30T08:38:19.345" v="173"/>
        <pc:sldMkLst>
          <pc:docMk/>
          <pc:sldMk cId="1016155540" sldId="329"/>
        </pc:sldMkLst>
      </pc:sldChg>
    </pc:docChg>
  </pc:docChgLst>
  <pc:docChgLst>
    <pc:chgData name="林 子閎" userId="d496ebd3736cf63e" providerId="Windows Live" clId="Web-{4D0158AE-5287-4B6D-8C63-311D4EE847DF}"/>
    <pc:docChg chg="sldOrd">
      <pc:chgData name="林 子閎" userId="d496ebd3736cf63e" providerId="Windows Live" clId="Web-{4D0158AE-5287-4B6D-8C63-311D4EE847DF}" dt="2023-12-20T07:13:45.024" v="0"/>
      <pc:docMkLst>
        <pc:docMk/>
      </pc:docMkLst>
      <pc:sldChg chg="ord">
        <pc:chgData name="林 子閎" userId="d496ebd3736cf63e" providerId="Windows Live" clId="Web-{4D0158AE-5287-4B6D-8C63-311D4EE847DF}" dt="2023-12-20T07:13:45.024" v="0"/>
        <pc:sldMkLst>
          <pc:docMk/>
          <pc:sldMk cId="3749855876" sldId="34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FE13A-0E26-49A7-9696-9B09B4DF65C2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DD8E9-38E9-468B-A6F7-45EEB74E66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7911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7380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935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Static library</a:t>
            </a:r>
            <a:r>
              <a:rPr lang="zh-TW" altLang="en-US" dirty="0"/>
              <a:t>通常就是</a:t>
            </a:r>
            <a:r>
              <a:rPr lang="en-US" altLang="zh-TW" dirty="0"/>
              <a:t>archive</a:t>
            </a:r>
            <a:r>
              <a:rPr lang="zh-TW" altLang="en-US" dirty="0"/>
              <a:t>檔案，指把一堆已經編譯好的</a:t>
            </a:r>
            <a:r>
              <a:rPr lang="en-US" altLang="zh-TW" dirty="0"/>
              <a:t>object files</a:t>
            </a:r>
            <a:r>
              <a:rPr lang="zh-TW" altLang="en-US" dirty="0"/>
              <a:t>打包成一個單一檔案。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Dynamic library</a:t>
            </a:r>
            <a:r>
              <a:rPr lang="zh-TW" altLang="en-US" dirty="0"/>
              <a:t>和</a:t>
            </a:r>
            <a:r>
              <a:rPr lang="en-US" altLang="zh-TW" dirty="0"/>
              <a:t>static</a:t>
            </a:r>
            <a:r>
              <a:rPr lang="zh-TW" altLang="en-US" dirty="0"/>
              <a:t> </a:t>
            </a:r>
            <a:r>
              <a:rPr lang="en-US" altLang="zh-TW" dirty="0"/>
              <a:t>library</a:t>
            </a:r>
            <a:r>
              <a:rPr lang="zh-TW" altLang="en-US" dirty="0"/>
              <a:t>最大的差別在於</a:t>
            </a:r>
            <a:endParaRPr lang="en-US" altLang="zh-TW" dirty="0"/>
          </a:p>
          <a:p>
            <a:r>
              <a:rPr lang="en-US" altLang="zh-TW" b="1" dirty="0"/>
              <a:t>Static Library</a:t>
            </a:r>
            <a:r>
              <a:rPr lang="zh-TW" altLang="en-US" dirty="0"/>
              <a:t> 在編譯 </a:t>
            </a:r>
            <a:r>
              <a:rPr lang="en-US" altLang="zh-TW" dirty="0"/>
              <a:t>&amp; </a:t>
            </a:r>
            <a:r>
              <a:rPr lang="zh-TW" altLang="en-US" dirty="0"/>
              <a:t>連結時，就會把需要的程式碼「複製」進最終的可執行檔。</a:t>
            </a:r>
          </a:p>
          <a:p>
            <a:r>
              <a:rPr lang="en-US" altLang="zh-TW" b="1" dirty="0"/>
              <a:t>Dynamic/Shared Library</a:t>
            </a:r>
            <a:r>
              <a:rPr lang="zh-TW" altLang="en-US" dirty="0"/>
              <a:t> 在連結時，程式只會記錄「這個函式在哪個共享函式庫裡」，</a:t>
            </a:r>
            <a:r>
              <a:rPr lang="zh-TW" altLang="en-US" b="1" dirty="0"/>
              <a:t>真正的程式碼不會被複製進去</a:t>
            </a:r>
            <a:r>
              <a:rPr lang="zh-TW" altLang="en-US" dirty="0"/>
              <a:t>，而是 </a:t>
            </a:r>
            <a:r>
              <a:rPr lang="zh-TW" altLang="en-US" b="1" dirty="0"/>
              <a:t>執行時 </a:t>
            </a:r>
            <a:r>
              <a:rPr lang="en-US" altLang="zh-TW" b="1" dirty="0"/>
              <a:t>(runtime)</a:t>
            </a:r>
            <a:r>
              <a:rPr lang="zh-TW" altLang="en-US" dirty="0"/>
              <a:t> 才由 </a:t>
            </a:r>
            <a:r>
              <a:rPr lang="en-US" altLang="zh-TW" dirty="0"/>
              <a:t>OS </a:t>
            </a:r>
            <a:r>
              <a:rPr lang="zh-TW" altLang="en-US" dirty="0"/>
              <a:t>動態載入。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430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接下來會以此範例程式使用</a:t>
            </a:r>
            <a:r>
              <a:rPr lang="en-US" altLang="zh-TW" dirty="0"/>
              <a:t>static/dynamic</a:t>
            </a:r>
            <a:r>
              <a:rPr lang="zh-TW" altLang="en-US" dirty="0"/>
              <a:t> </a:t>
            </a:r>
            <a:r>
              <a:rPr lang="en-US" altLang="zh-TW" dirty="0"/>
              <a:t>library</a:t>
            </a:r>
            <a:r>
              <a:rPr lang="zh-TW" altLang="en-US" dirty="0"/>
              <a:t>兩種方法編譯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6193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5637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使用 </a:t>
            </a:r>
            <a:r>
              <a:rPr lang="en-US" altLang="zh-TW" dirty="0"/>
              <a:t>Static Library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1.</a:t>
            </a:r>
            <a:r>
              <a:rPr lang="zh-TW" altLang="en-US" dirty="0"/>
              <a:t>都先編譯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2.add.o</a:t>
            </a:r>
            <a:r>
              <a:rPr lang="zh-TW" altLang="en-US" dirty="0"/>
              <a:t>、</a:t>
            </a:r>
            <a:r>
              <a:rPr lang="en-US" altLang="zh-TW" dirty="0" err="1"/>
              <a:t>sub.o</a:t>
            </a:r>
            <a:r>
              <a:rPr lang="en-US" altLang="zh-TW" dirty="0"/>
              <a:t> </a:t>
            </a:r>
            <a:r>
              <a:rPr lang="zh-TW" altLang="en-US" dirty="0"/>
              <a:t>先由</a:t>
            </a:r>
            <a:r>
              <a:rPr lang="en-US" altLang="zh-TW" dirty="0"/>
              <a:t>archiver</a:t>
            </a:r>
            <a:r>
              <a:rPr lang="zh-TW" altLang="en-US" dirty="0"/>
              <a:t>打包成 </a:t>
            </a:r>
            <a:r>
              <a:rPr lang="en-US" altLang="zh-TW" dirty="0" err="1"/>
              <a:t>lib.a</a:t>
            </a:r>
            <a:endParaRPr lang="en-US" altLang="zh-TW" dirty="0"/>
          </a:p>
          <a:p>
            <a:r>
              <a:rPr lang="en-US" altLang="zh-TW" dirty="0"/>
              <a:t>3.main.o + </a:t>
            </a:r>
            <a:r>
              <a:rPr lang="en-US" altLang="zh-TW" dirty="0" err="1"/>
              <a:t>lib.a</a:t>
            </a:r>
            <a:r>
              <a:rPr lang="en-US" altLang="zh-TW" dirty="0"/>
              <a:t> → </a:t>
            </a:r>
            <a:r>
              <a:rPr lang="zh-TW" altLang="en-US" dirty="0"/>
              <a:t>由 </a:t>
            </a:r>
            <a:r>
              <a:rPr lang="en-US" altLang="zh-TW" dirty="0"/>
              <a:t>linker </a:t>
            </a:r>
            <a:r>
              <a:rPr lang="zh-TW" altLang="en-US" dirty="0"/>
              <a:t>打包 → </a:t>
            </a:r>
            <a:r>
              <a:rPr lang="en-US" altLang="zh-TW" dirty="0"/>
              <a:t>Executable file (library code </a:t>
            </a:r>
            <a:r>
              <a:rPr lang="zh-TW" altLang="en-US" dirty="0"/>
              <a:t>會被直接複製進去，執行檔獨立存在，不需要 </a:t>
            </a:r>
            <a:r>
              <a:rPr lang="en-US" altLang="zh-TW" dirty="0" err="1"/>
              <a:t>lib.a</a:t>
            </a:r>
            <a:r>
              <a:rPr lang="zh-TW" altLang="en-US" dirty="0"/>
              <a:t>即可執行</a:t>
            </a:r>
            <a:r>
              <a:rPr lang="en-US" altLang="zh-TW" dirty="0"/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277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可以知道</a:t>
            </a:r>
            <a:r>
              <a:rPr lang="en-US" altLang="zh-TW" dirty="0" err="1"/>
              <a:t>ar</a:t>
            </a:r>
            <a:r>
              <a:rPr lang="zh-TW" altLang="en-US" dirty="0"/>
              <a:t>這個指令的詳細用法</a:t>
            </a:r>
            <a:endParaRPr lang="en-US" altLang="zh-TW" dirty="0"/>
          </a:p>
          <a:p>
            <a:endParaRPr lang="en-US" altLang="zh-TW" b="1" dirty="0"/>
          </a:p>
          <a:p>
            <a:r>
              <a:rPr lang="en-US" altLang="zh-TW" b="1" dirty="0"/>
              <a:t>r</a:t>
            </a:r>
            <a:r>
              <a:rPr lang="en-US" altLang="zh-TW" dirty="0"/>
              <a:t> → </a:t>
            </a:r>
            <a:r>
              <a:rPr lang="en-US" altLang="zh-TW" i="1" dirty="0"/>
              <a:t>replace</a:t>
            </a:r>
            <a:br>
              <a:rPr lang="en-US" altLang="zh-TW" dirty="0"/>
            </a:br>
            <a:r>
              <a:rPr lang="zh-TW" altLang="en-US" dirty="0"/>
              <a:t>取代或新增檔案到 </a:t>
            </a:r>
            <a:r>
              <a:rPr lang="en-US" altLang="zh-TW" dirty="0"/>
              <a:t>archive</a:t>
            </a:r>
            <a:r>
              <a:rPr lang="zh-TW" altLang="en-US" dirty="0"/>
              <a:t>（如果已存在就覆蓋）</a:t>
            </a:r>
          </a:p>
          <a:p>
            <a:r>
              <a:rPr lang="en-US" altLang="zh-TW" b="1" dirty="0"/>
              <a:t>c</a:t>
            </a:r>
            <a:r>
              <a:rPr lang="en-US" altLang="zh-TW" dirty="0"/>
              <a:t> → </a:t>
            </a:r>
            <a:r>
              <a:rPr lang="en-US" altLang="zh-TW" i="1" dirty="0"/>
              <a:t>create</a:t>
            </a:r>
            <a:br>
              <a:rPr lang="en-US" altLang="zh-TW" dirty="0"/>
            </a:br>
            <a:r>
              <a:rPr lang="zh-TW" altLang="en-US" dirty="0"/>
              <a:t>如果 </a:t>
            </a:r>
            <a:r>
              <a:rPr lang="en-US" altLang="zh-TW" dirty="0"/>
              <a:t>archive </a:t>
            </a:r>
            <a:r>
              <a:rPr lang="zh-TW" altLang="en-US" dirty="0"/>
              <a:t>不存在就建立，不顯示警告</a:t>
            </a:r>
          </a:p>
          <a:p>
            <a:r>
              <a:rPr lang="en-US" altLang="zh-TW" b="1" dirty="0"/>
              <a:t>s</a:t>
            </a:r>
            <a:r>
              <a:rPr lang="en-US" altLang="zh-TW" dirty="0"/>
              <a:t> → </a:t>
            </a:r>
            <a:r>
              <a:rPr lang="en-US" altLang="zh-TW" i="1" dirty="0"/>
              <a:t>create an index</a:t>
            </a:r>
            <a:r>
              <a:rPr lang="zh-TW" altLang="en-US" dirty="0"/>
              <a:t>（同 </a:t>
            </a:r>
            <a:r>
              <a:rPr lang="en-US" altLang="zh-TW" dirty="0" err="1"/>
              <a:t>ranlib</a:t>
            </a:r>
            <a:r>
              <a:rPr lang="zh-TW" altLang="en-US" dirty="0"/>
              <a:t>）</a:t>
            </a:r>
            <a:br>
              <a:rPr lang="zh-TW" altLang="en-US" dirty="0"/>
            </a:br>
            <a:r>
              <a:rPr lang="zh-TW" altLang="en-US" dirty="0"/>
              <a:t>建立符號表，讓 </a:t>
            </a:r>
            <a:r>
              <a:rPr lang="en-US" altLang="zh-TW" dirty="0"/>
              <a:t>linker </a:t>
            </a:r>
            <a:r>
              <a:rPr lang="zh-TW" altLang="en-US" dirty="0"/>
              <a:t>能快速找到符號</a:t>
            </a:r>
            <a:endParaRPr lang="en-US" altLang="zh-TW" dirty="0"/>
          </a:p>
          <a:p>
            <a:r>
              <a:rPr lang="zh-TW" altLang="en-US" dirty="0"/>
              <a:t>少了 </a:t>
            </a:r>
            <a:r>
              <a:rPr lang="en-US" altLang="zh-TW" dirty="0"/>
              <a:t>s </a:t>
            </a:r>
            <a:r>
              <a:rPr lang="zh-TW" altLang="en-US" dirty="0"/>
              <a:t>雖然也能用，但連結速度會變慢，有時還會報「找不到符號」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較保險且通用的用法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7811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5813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9612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6932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0075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2820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使用 </a:t>
            </a:r>
            <a:r>
              <a:rPr lang="en-US" altLang="zh-TW" b="1" dirty="0"/>
              <a:t>Dynamic/Shared Library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都先編譯</a:t>
            </a:r>
            <a:endParaRPr lang="en-US" altLang="zh-TW" dirty="0"/>
          </a:p>
          <a:p>
            <a:pPr>
              <a:buFont typeface="+mj-lt"/>
              <a:buAutoNum type="arabicPeriod"/>
            </a:pPr>
            <a:r>
              <a:rPr lang="en-US" altLang="zh-TW" dirty="0" err="1"/>
              <a:t>add.o</a:t>
            </a:r>
            <a:r>
              <a:rPr lang="zh-TW" altLang="en-US" dirty="0"/>
              <a:t>、</a:t>
            </a:r>
            <a:r>
              <a:rPr lang="en-US" altLang="zh-TW" dirty="0" err="1"/>
              <a:t>sub.o</a:t>
            </a:r>
            <a:r>
              <a:rPr lang="en-US" altLang="zh-TW" dirty="0"/>
              <a:t> </a:t>
            </a:r>
            <a:r>
              <a:rPr lang="zh-TW" altLang="en-US" dirty="0"/>
              <a:t>打包成 </a:t>
            </a:r>
            <a:r>
              <a:rPr lang="en-US" altLang="zh-TW" b="1" dirty="0"/>
              <a:t>lib.so</a:t>
            </a:r>
          </a:p>
          <a:p>
            <a:pPr>
              <a:buFont typeface="+mj-lt"/>
              <a:buAutoNum type="arabicPeriod"/>
            </a:pPr>
            <a:r>
              <a:rPr lang="en-US" altLang="zh-TW" b="1" dirty="0" err="1"/>
              <a:t>main.o</a:t>
            </a:r>
            <a:r>
              <a:rPr lang="zh-TW" altLang="en-US" b="1" dirty="0"/>
              <a:t>和</a:t>
            </a:r>
            <a:r>
              <a:rPr lang="en-US" altLang="zh-TW" b="1" dirty="0"/>
              <a:t>lib.so</a:t>
            </a:r>
            <a:r>
              <a:rPr lang="zh-TW" altLang="en-US" b="1" dirty="0"/>
              <a:t>連結再一起產生最終的</a:t>
            </a:r>
            <a:r>
              <a:rPr lang="en-US" altLang="zh-TW" b="1" dirty="0"/>
              <a:t>executable</a:t>
            </a:r>
            <a:r>
              <a:rPr lang="zh-TW" altLang="en-US" b="1" dirty="0"/>
              <a:t> </a:t>
            </a:r>
            <a:r>
              <a:rPr lang="en-US" altLang="zh-TW" b="1" dirty="0"/>
              <a:t>file</a:t>
            </a:r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zh-TW" dirty="0"/>
              <a:t>Executable file</a:t>
            </a:r>
            <a:r>
              <a:rPr lang="zh-TW" altLang="en-US" dirty="0"/>
              <a:t>只記錄「</a:t>
            </a:r>
            <a:r>
              <a:rPr lang="en-US" altLang="zh-TW" dirty="0"/>
              <a:t>add/sub </a:t>
            </a:r>
            <a:r>
              <a:rPr lang="zh-TW" altLang="en-US" dirty="0"/>
              <a:t>函式在 </a:t>
            </a:r>
            <a:r>
              <a:rPr lang="en-US" altLang="zh-TW" dirty="0"/>
              <a:t>lib.so </a:t>
            </a:r>
            <a:r>
              <a:rPr lang="zh-TW" altLang="en-US" dirty="0"/>
              <a:t>裡」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2660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執行時 </a:t>
            </a:r>
            <a:r>
              <a:rPr lang="en-US" altLang="zh-TW" dirty="0"/>
              <a:t>loader </a:t>
            </a:r>
            <a:r>
              <a:rPr lang="zh-TW" altLang="en-US" dirty="0"/>
              <a:t>會去載入對應的 </a:t>
            </a:r>
            <a:r>
              <a:rPr lang="en-US" altLang="zh-TW" dirty="0"/>
              <a:t>shared library (</a:t>
            </a:r>
            <a:r>
              <a:rPr lang="zh-TW" altLang="en-US" dirty="0"/>
              <a:t>這樣多個程式都能共享同一份 </a:t>
            </a:r>
            <a:r>
              <a:rPr lang="en-US" altLang="zh-TW" dirty="0"/>
              <a:t>.so</a:t>
            </a:r>
            <a:r>
              <a:rPr lang="zh-TW" altLang="en-US" dirty="0"/>
              <a:t>，不用每個程式都包含副本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3539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-</a:t>
            </a:r>
            <a:r>
              <a:rPr lang="en-US" altLang="zh-TW" sz="12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fPIC</a:t>
            </a:r>
            <a:r>
              <a:rPr lang="en-US" altLang="zh-TW" sz="12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: </a:t>
            </a:r>
            <a:r>
              <a:rPr lang="zh-TW" altLang="en-US" sz="12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編譯成位置獨立的物件檔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3324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65604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94901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79530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57294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DD8E9-38E9-468B-A6F7-45EEB74E660D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678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35AB39-8BDC-83A6-1615-E0BD1FA27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48BE3BB-0862-C6F7-C738-ACFA507C8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1F9BF4-EE64-28B4-0632-697D63A7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F7883-E54D-4D58-BE3F-1FBCCF99DDAE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16026C-A460-F5D2-DE7F-77CD0410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770FA3-7996-18FD-DD6A-94F924A5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569F-6564-4283-92A7-D894386249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48751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055844-038D-590E-97A6-4B242303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EF450B-E813-27B8-730D-5F4D154D3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038EC3-8938-FF44-2934-D4582CEC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F7883-E54D-4D58-BE3F-1FBCCF99DDAE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1D8B71-117A-800E-F7D8-4ABC781A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F62FAB-DB6D-A191-94F8-C00C6AE0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569F-6564-4283-92A7-D894386249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957594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9FBD34-ECC8-427E-B28C-7470AD7E4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461B5F-7C92-39F8-CF71-57A87EF5B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B07FCD-43AD-7A26-60FF-29EC9BB89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F7883-E54D-4D58-BE3F-1FBCCF99DDAE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52EED0-109A-4065-3327-B847F993A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687FAA-F165-E55F-69D0-79934A866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569F-6564-4283-92A7-D894386249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15638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932B6-0601-EA42-37E5-0AFA8765D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AEB363-3CC8-6256-7097-985C4CE10E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742E90-6640-7F1D-710C-5763869B5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47192DA-0F38-444E-88CA-17B0817C2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F7883-E54D-4D58-BE3F-1FBCCF99DDAE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240BD18-F458-CE6D-04BE-D55B4B63B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AEE9E45-CB68-B55D-D7BE-958989D4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569F-6564-4283-92A7-D894386249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255358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56FD2-9AE4-5FD8-4C5D-30C046D93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4EA02CD-1187-B89D-4C86-6D17DD0A9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81FFC10-2A81-252E-21FB-97C10DAC8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B5110DA-2B57-E2EC-7A92-9A3AB6DB4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15A88D-2BCD-8C48-BB2E-9A2FB5BCF8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C751FC9-C266-2F39-63D1-B93C31AFA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F7883-E54D-4D58-BE3F-1FBCCF99DDAE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B404029-EACF-C3E6-3CB9-59267B12F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43B388C-BD2B-7AB5-89C6-7D11038C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569F-6564-4283-92A7-D894386249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25424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8F42B0-A59F-7D00-FA16-F769025C1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C218013-9A5E-C37A-10A5-41A6F2F5B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F7883-E54D-4D58-BE3F-1FBCCF99DDAE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380EE7E-3FF3-B8D6-6B05-A89AD8EDB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6179567-59D4-F10A-2A57-C5ECCC1B9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569F-6564-4283-92A7-D894386249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038050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B85AEE3-A178-1E8F-DA71-3B40CF06F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F7883-E54D-4D58-BE3F-1FBCCF99DDAE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330A2E3-7FB6-485F-9C06-7C3C529CF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297364-E99F-026C-4C97-AF2B259A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569F-6564-4283-92A7-D894386249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12221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16EDA-E4D7-5835-524F-AC0F873B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AF1C05-7060-A2A4-556C-24DF1DFA2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D39C5D2-CF4A-EA71-B1A3-D1CF717B8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AD28A9D-BC50-6AF8-92CA-683AEE1B6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F7883-E54D-4D58-BE3F-1FBCCF99DDAE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37FFFF-74FB-D1EE-B7F4-6C9E32430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18515E9-3CA8-8F40-2E9D-A2EB42F3D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569F-6564-4283-92A7-D894386249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329921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7FEF1A-D8D6-FFB9-D40E-1DD69DF38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6DD0222-35B4-FFE7-31B6-A8C5A57FF1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C328DC1-1DA3-D773-E931-FE5C93A9D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5B7D13-7039-DD9F-39C9-89662261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F7883-E54D-4D58-BE3F-1FBCCF99DDAE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E6A691F-8F85-D6FD-9345-A69AED36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A0543CA-3D6A-BA03-D144-76A127E3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569F-6564-4283-92A7-D894386249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567599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F52DB0-EAD1-5853-3404-B4B2D7597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9593DEC-2393-05DC-E25A-759FB8E07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9F152A-04E2-3CDD-B8DE-56D973723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F7883-E54D-4D58-BE3F-1FBCCF99DDAE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FF5498-1591-372B-29AF-4F18E6D7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97E054-C4C8-5631-FBE2-8123B236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569F-6564-4283-92A7-D894386249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09951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C509BD7-75C0-D989-A012-65EBB5251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FD62037-A672-43E8-25C5-D1CF165AC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097316-F7F6-E655-405A-D4EDD5897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F7883-E54D-4D58-BE3F-1FBCCF99DDAE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5646A9-D1BA-2AF2-1FA4-5266D9BC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A995E7-01C0-EF3B-E774-0E09DB34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569F-6564-4283-92A7-D894386249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812679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688D96D-04BF-817E-E275-911F1008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29C91C-2CB8-B17B-8D6D-798BE1240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D9A896-66C7-384A-82FC-266E7512E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F7883-E54D-4D58-BE3F-1FBCCF99DDAE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77933D-4FC2-56DA-DED6-D648EF4D8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5C92A1-2B0E-AC3A-E1C5-5DE9C70F7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3569F-6564-4283-92A7-D894386249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0726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BF72BAFF-B6AD-5C31-258D-409C8A6E59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00083AE-BE25-62B1-74A8-68F298A732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48653"/>
            <a:ext cx="1618389" cy="230832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&gt;</a:t>
            </a:r>
            <a:endParaRPr lang="zh-TW" sz="14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60421B7-5B55-C95E-62ED-7E6A4A23618A}"/>
              </a:ext>
            </a:extLst>
          </p:cNvPr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518382C-AD77-92DF-70FA-C3AAF4C9D574}"/>
              </a:ext>
            </a:extLst>
          </p:cNvPr>
          <p:cNvSpPr txBox="1"/>
          <p:nvPr/>
        </p:nvSpPr>
        <p:spPr>
          <a:xfrm>
            <a:off x="4920144" y="4498426"/>
            <a:ext cx="5233506" cy="13157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TW" sz="2800" b="1" dirty="0">
                <a:solidFill>
                  <a:srgbClr val="FFFFFF"/>
                </a:solidFill>
                <a:cs typeface="Calibri"/>
              </a:rPr>
              <a:t>TA:</a:t>
            </a:r>
            <a:r>
              <a:rPr lang="zh-TW" altLang="en-US" sz="2800" b="1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altLang="zh-TW" sz="2800" b="1" dirty="0">
                <a:solidFill>
                  <a:srgbClr val="FFFFFF"/>
                </a:solidFill>
                <a:cs typeface="Calibri"/>
              </a:rPr>
              <a:t>Yu-Wen Huang</a:t>
            </a:r>
          </a:p>
          <a:p>
            <a:pPr algn="r">
              <a:lnSpc>
                <a:spcPct val="150000"/>
              </a:lnSpc>
            </a:pPr>
            <a:r>
              <a:rPr lang="en-US" altLang="zh-TW" sz="2800" b="1" dirty="0">
                <a:solidFill>
                  <a:srgbClr val="FFFFFF"/>
                </a:solidFill>
                <a:cs typeface="Calibri"/>
              </a:rPr>
              <a:t>Prof.:</a:t>
            </a:r>
            <a:r>
              <a:rPr lang="zh-TW" altLang="en-US" sz="2800" b="1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altLang="zh-TW" sz="2800" b="1" dirty="0">
                <a:solidFill>
                  <a:srgbClr val="FFFFFF"/>
                </a:solidFill>
                <a:cs typeface="Calibri"/>
              </a:rPr>
              <a:t>Hsung-Pin Chang</a:t>
            </a:r>
            <a:endParaRPr lang="sv-SE" altLang="zh-TW" sz="2800" b="1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B216F34E-31B7-4114-9350-828442B89B52}"/>
              </a:ext>
            </a:extLst>
          </p:cNvPr>
          <p:cNvSpPr txBox="1">
            <a:spLocks/>
          </p:cNvSpPr>
          <p:nvPr/>
        </p:nvSpPr>
        <p:spPr>
          <a:xfrm>
            <a:off x="1618389" y="1114985"/>
            <a:ext cx="8996192" cy="163121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6000" b="1" dirty="0">
                <a:solidFill>
                  <a:srgbClr val="FFFFFF"/>
                </a:solidFill>
                <a:cs typeface="Calibri"/>
              </a:rPr>
              <a:t>Lab 4</a:t>
            </a:r>
            <a:br>
              <a:rPr lang="en-US" altLang="zh-TW" sz="4000" b="1" dirty="0">
                <a:solidFill>
                  <a:srgbClr val="FFFFFF"/>
                </a:solidFill>
                <a:cs typeface="Calibri"/>
              </a:rPr>
            </a:b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Library</a:t>
            </a:r>
            <a:endParaRPr lang="zh-TW" sz="4000" dirty="0">
              <a:solidFill>
                <a:srgbClr val="00B0F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2233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2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Outline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174836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新細明體"/>
                <a:cs typeface="Calibri"/>
              </a:rPr>
              <a:t>Introduction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Static Library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Dynamic Library</a:t>
            </a:r>
          </a:p>
        </p:txBody>
      </p:sp>
    </p:spTree>
    <p:extLst>
      <p:ext uri="{BB962C8B-B14F-4D97-AF65-F5344CB8AC3E}">
        <p14:creationId xmlns:p14="http://schemas.microsoft.com/office/powerpoint/2010/main" val="638158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3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Introduction</a:t>
            </a: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 </a:t>
            </a: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(1/3)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35722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Library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將一些行為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(behavior)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實作而成的集合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(collection)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定義了良好的介面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(interface)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，按照指示呼叫即可</a:t>
            </a:r>
            <a:endParaRPr lang="en-US" altLang="zh-TW" sz="2400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常見的例子</a:t>
            </a:r>
            <a:endParaRPr lang="en-US" altLang="zh-TW" sz="2400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不用定義就可以呼叫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printf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()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用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high-level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的程式語言實作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system call</a:t>
            </a:r>
          </a:p>
        </p:txBody>
      </p:sp>
    </p:spTree>
    <p:extLst>
      <p:ext uri="{BB962C8B-B14F-4D97-AF65-F5344CB8AC3E}">
        <p14:creationId xmlns:p14="http://schemas.microsoft.com/office/powerpoint/2010/main" val="4244166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4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Introduction</a:t>
            </a: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 </a:t>
            </a: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(2/3)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174836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Library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主要分成兩大類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Static Library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(aka archives)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Dynamic Library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(aka shared library)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4096644-CBA9-30E6-4235-34A27EC54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738979"/>
              </p:ext>
            </p:extLst>
          </p:nvPr>
        </p:nvGraphicFramePr>
        <p:xfrm>
          <a:off x="1043995" y="3413532"/>
          <a:ext cx="10104009" cy="246888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368003">
                  <a:extLst>
                    <a:ext uri="{9D8B030D-6E8A-4147-A177-3AD203B41FA5}">
                      <a16:colId xmlns:a16="http://schemas.microsoft.com/office/drawing/2014/main" val="934004772"/>
                    </a:ext>
                  </a:extLst>
                </a:gridCol>
                <a:gridCol w="3368003">
                  <a:extLst>
                    <a:ext uri="{9D8B030D-6E8A-4147-A177-3AD203B41FA5}">
                      <a16:colId xmlns:a16="http://schemas.microsoft.com/office/drawing/2014/main" val="2909715399"/>
                    </a:ext>
                  </a:extLst>
                </a:gridCol>
                <a:gridCol w="3368003">
                  <a:extLst>
                    <a:ext uri="{9D8B030D-6E8A-4147-A177-3AD203B41FA5}">
                      <a16:colId xmlns:a16="http://schemas.microsoft.com/office/drawing/2014/main" val="3572416478"/>
                    </a:ext>
                  </a:extLst>
                </a:gridCol>
              </a:tblGrid>
              <a:tr h="579611"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Static Library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(.a, .lib)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Dynamic/Shared Library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(.so, .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dll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.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dylib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552880"/>
                  </a:ext>
                </a:extLst>
              </a:tr>
              <a:tr h="331207"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tx1"/>
                          </a:solidFill>
                        </a:rPr>
                        <a:t>連結方式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編譯時直接複製進程式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solidFill>
                            <a:schemeClr val="tx1"/>
                          </a:solidFill>
                        </a:rPr>
                        <a:t>執行時載入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169271"/>
                  </a:ext>
                </a:extLst>
              </a:tr>
              <a:tr h="331207"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tx1"/>
                          </a:solidFill>
                        </a:rPr>
                        <a:t>檔案大小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大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程式包含所有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lib code)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小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只含符號表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0130091"/>
                  </a:ext>
                </a:extLst>
              </a:tr>
              <a:tr h="331207"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tx1"/>
                          </a:solidFill>
                        </a:rPr>
                        <a:t>更新方式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要重新編譯程式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替換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shared lib 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即可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253921"/>
                  </a:ext>
                </a:extLst>
              </a:tr>
              <a:tr h="331207">
                <a:tc>
                  <a:txBody>
                    <a:bodyPr/>
                    <a:lstStyle/>
                    <a:p>
                      <a:r>
                        <a:rPr lang="zh-TW" altLang="en-US" b="1">
                          <a:solidFill>
                            <a:schemeClr val="tx1"/>
                          </a:solidFill>
                        </a:rPr>
                        <a:t>執行效率</a:t>
                      </a:r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solidFill>
                            <a:schemeClr val="tx1"/>
                          </a:solidFill>
                        </a:rPr>
                        <a:t>較快 </a:t>
                      </a:r>
                      <a:r>
                        <a:rPr lang="en-US" altLang="zh-TW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>
                          <a:solidFill>
                            <a:schemeClr val="tx1"/>
                          </a:solidFill>
                        </a:rPr>
                        <a:t>少一層間接呼叫</a:t>
                      </a:r>
                      <a:r>
                        <a:rPr lang="en-US" altLang="zh-TW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稍慢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需動態載入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714499"/>
                  </a:ext>
                </a:extLst>
              </a:tr>
              <a:tr h="331207">
                <a:tc>
                  <a:txBody>
                    <a:bodyPr/>
                    <a:lstStyle/>
                    <a:p>
                      <a:r>
                        <a:rPr lang="zh-TW" altLang="en-US" b="1">
                          <a:solidFill>
                            <a:schemeClr val="tx1"/>
                          </a:solidFill>
                        </a:rPr>
                        <a:t>共用性</a:t>
                      </a:r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可被多程式共用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019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795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5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Introduction</a:t>
            </a: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 (3/3)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5316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Example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6897EC-CDF3-5BF4-A752-0F45D33B230D}"/>
              </a:ext>
            </a:extLst>
          </p:cNvPr>
          <p:cNvSpPr/>
          <p:nvPr/>
        </p:nvSpPr>
        <p:spPr>
          <a:xfrm>
            <a:off x="1025128" y="1977577"/>
            <a:ext cx="5649992" cy="439274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sz="2000" b="1" dirty="0">
                <a:solidFill>
                  <a:srgbClr val="FFFF00"/>
                </a:solidFill>
              </a:rPr>
              <a:t>// </a:t>
            </a:r>
            <a:r>
              <a:rPr lang="en-US" altLang="zh-TW" sz="2000" b="1" dirty="0" err="1">
                <a:solidFill>
                  <a:srgbClr val="FFFF00"/>
                </a:solidFill>
              </a:rPr>
              <a:t>main.c</a:t>
            </a:r>
            <a:endParaRPr lang="en-US" altLang="zh-TW" sz="2000" b="1" dirty="0">
              <a:solidFill>
                <a:srgbClr val="FFFF00"/>
              </a:solidFill>
            </a:endParaRPr>
          </a:p>
          <a:p>
            <a:r>
              <a:rPr lang="en-US" altLang="zh-TW" sz="2000" b="1" dirty="0"/>
              <a:t>#include&lt;stdio.h&gt;</a:t>
            </a:r>
          </a:p>
          <a:p>
            <a:r>
              <a:rPr lang="en-US" altLang="zh-TW" sz="2000" b="1" dirty="0"/>
              <a:t>#include "</a:t>
            </a:r>
            <a:r>
              <a:rPr lang="en-US" altLang="zh-TW" sz="2000" b="1" dirty="0" err="1"/>
              <a:t>lib.h</a:t>
            </a:r>
            <a:r>
              <a:rPr lang="en-US" altLang="zh-TW" sz="2000" b="1" dirty="0"/>
              <a:t>"</a:t>
            </a:r>
          </a:p>
          <a:p>
            <a:endParaRPr lang="en-US" altLang="zh-TW" sz="2000" b="1" dirty="0"/>
          </a:p>
          <a:p>
            <a:r>
              <a:rPr lang="en-US" altLang="zh-TW" sz="2000" b="1" dirty="0"/>
              <a:t>int main() {</a:t>
            </a:r>
          </a:p>
          <a:p>
            <a:r>
              <a:rPr lang="en-US" altLang="zh-TW" sz="2000" b="1" dirty="0"/>
              <a:t>    int n1 = add(5);</a:t>
            </a:r>
          </a:p>
          <a:p>
            <a:r>
              <a:rPr lang="en-US" altLang="zh-TW" sz="2000" b="1" dirty="0"/>
              <a:t>    int n2 = sub(5);</a:t>
            </a:r>
          </a:p>
          <a:p>
            <a:r>
              <a:rPr lang="en-US" altLang="zh-TW" sz="2000" b="1" dirty="0"/>
              <a:t>    </a:t>
            </a:r>
            <a:r>
              <a:rPr lang="en-US" altLang="zh-TW" sz="2000" b="1" dirty="0" err="1"/>
              <a:t>printf</a:t>
            </a:r>
            <a:r>
              <a:rPr lang="en-US" altLang="zh-TW" sz="2000" b="1" dirty="0"/>
              <a:t>("After add, n1 = %d\n", n1);</a:t>
            </a:r>
          </a:p>
          <a:p>
            <a:r>
              <a:rPr lang="en-US" altLang="zh-TW" sz="2000" b="1" dirty="0"/>
              <a:t>    </a:t>
            </a:r>
            <a:r>
              <a:rPr lang="en-US" altLang="zh-TW" sz="2000" b="1" dirty="0" err="1"/>
              <a:t>printf</a:t>
            </a:r>
            <a:r>
              <a:rPr lang="en-US" altLang="zh-TW" sz="2000" b="1" dirty="0"/>
              <a:t>("After sub, n2 = %d\n", n2);</a:t>
            </a:r>
          </a:p>
          <a:p>
            <a:endParaRPr lang="en-US" altLang="zh-TW" sz="2000" b="1" dirty="0"/>
          </a:p>
          <a:p>
            <a:r>
              <a:rPr lang="en-US" altLang="zh-TW" sz="2000" b="1" dirty="0"/>
              <a:t>    return 0;</a:t>
            </a:r>
          </a:p>
          <a:p>
            <a:r>
              <a:rPr lang="en-US" altLang="zh-TW" sz="2000" b="1" dirty="0"/>
              <a:t>}</a:t>
            </a:r>
            <a:endParaRPr lang="zh-TW" altLang="en-US" sz="2000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B29209-3E08-8639-A61C-084598E92FE2}"/>
              </a:ext>
            </a:extLst>
          </p:cNvPr>
          <p:cNvSpPr/>
          <p:nvPr/>
        </p:nvSpPr>
        <p:spPr>
          <a:xfrm>
            <a:off x="7097755" y="1977577"/>
            <a:ext cx="3535680" cy="20305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sz="2000" b="1" dirty="0">
                <a:solidFill>
                  <a:srgbClr val="FFFF00"/>
                </a:solidFill>
              </a:rPr>
              <a:t>// </a:t>
            </a:r>
            <a:r>
              <a:rPr lang="en-US" altLang="zh-TW" sz="2000" b="1" dirty="0" err="1">
                <a:solidFill>
                  <a:srgbClr val="FFFF00"/>
                </a:solidFill>
              </a:rPr>
              <a:t>add.c</a:t>
            </a:r>
            <a:endParaRPr lang="en-US" altLang="zh-TW" sz="2000" b="1" dirty="0">
              <a:solidFill>
                <a:srgbClr val="FFFF00"/>
              </a:solidFill>
            </a:endParaRPr>
          </a:p>
          <a:p>
            <a:r>
              <a:rPr lang="en-US" altLang="zh-TW" sz="2000" b="1" dirty="0"/>
              <a:t>#include "</a:t>
            </a:r>
            <a:r>
              <a:rPr lang="en-US" altLang="zh-TW" sz="2000" b="1" dirty="0" err="1"/>
              <a:t>lib.h</a:t>
            </a:r>
            <a:r>
              <a:rPr lang="en-US" altLang="zh-TW" sz="2000" b="1" dirty="0"/>
              <a:t>"</a:t>
            </a:r>
            <a:endParaRPr lang="en-US" altLang="zh-TW" sz="2000" b="1" dirty="0">
              <a:solidFill>
                <a:srgbClr val="FFFF00"/>
              </a:solidFill>
            </a:endParaRPr>
          </a:p>
          <a:p>
            <a:r>
              <a:rPr lang="en-US" altLang="zh-TW" sz="2000" b="1" dirty="0"/>
              <a:t>int add(int </a:t>
            </a:r>
            <a:r>
              <a:rPr lang="en-US" altLang="zh-TW" sz="2000" b="1" dirty="0" err="1"/>
              <a:t>arg</a:t>
            </a:r>
            <a:r>
              <a:rPr lang="en-US" altLang="zh-TW" sz="2000" b="1" dirty="0"/>
              <a:t>) {</a:t>
            </a:r>
          </a:p>
          <a:p>
            <a:r>
              <a:rPr lang="en-US" altLang="zh-TW" sz="2000" b="1" dirty="0"/>
              <a:t>    </a:t>
            </a:r>
            <a:r>
              <a:rPr lang="en-US" altLang="zh-TW" sz="2000" b="1" dirty="0" err="1"/>
              <a:t>arg</a:t>
            </a:r>
            <a:r>
              <a:rPr lang="en-US" altLang="zh-TW" sz="2000" b="1" dirty="0"/>
              <a:t>++;</a:t>
            </a:r>
          </a:p>
          <a:p>
            <a:r>
              <a:rPr lang="en-US" altLang="zh-TW" sz="2000" b="1" dirty="0"/>
              <a:t>    return </a:t>
            </a:r>
            <a:r>
              <a:rPr lang="en-US" altLang="zh-TW" sz="2000" b="1" dirty="0" err="1"/>
              <a:t>arg</a:t>
            </a:r>
            <a:r>
              <a:rPr lang="en-US" altLang="zh-TW" sz="2000" b="1" dirty="0"/>
              <a:t>;</a:t>
            </a:r>
          </a:p>
          <a:p>
            <a:r>
              <a:rPr lang="en-US" altLang="zh-TW" sz="2000" b="1" dirty="0"/>
              <a:t>}</a:t>
            </a:r>
            <a:endParaRPr lang="zh-TW" altLang="en-US" sz="20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2C8F93-A60F-38D9-EE2D-34356E48FFFA}"/>
              </a:ext>
            </a:extLst>
          </p:cNvPr>
          <p:cNvSpPr/>
          <p:nvPr/>
        </p:nvSpPr>
        <p:spPr>
          <a:xfrm>
            <a:off x="7097755" y="4339776"/>
            <a:ext cx="3535680" cy="20305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sz="2000" b="1" dirty="0">
                <a:solidFill>
                  <a:srgbClr val="FFFF00"/>
                </a:solidFill>
              </a:rPr>
              <a:t>// </a:t>
            </a:r>
            <a:r>
              <a:rPr lang="en-US" altLang="zh-TW" sz="2000" b="1" dirty="0" err="1">
                <a:solidFill>
                  <a:srgbClr val="FFFF00"/>
                </a:solidFill>
              </a:rPr>
              <a:t>sub.c</a:t>
            </a:r>
            <a:endParaRPr lang="en-US" altLang="zh-TW" sz="2000" b="1" dirty="0">
              <a:solidFill>
                <a:srgbClr val="FFFF00"/>
              </a:solidFill>
            </a:endParaRPr>
          </a:p>
          <a:p>
            <a:r>
              <a:rPr lang="en-US" altLang="zh-TW" sz="2000" b="1" dirty="0"/>
              <a:t>#include "</a:t>
            </a:r>
            <a:r>
              <a:rPr lang="en-US" altLang="zh-TW" sz="2000" b="1" dirty="0" err="1"/>
              <a:t>lib.h</a:t>
            </a:r>
            <a:r>
              <a:rPr lang="en-US" altLang="zh-TW" sz="2000" b="1" dirty="0"/>
              <a:t>"</a:t>
            </a:r>
            <a:endParaRPr lang="en-US" altLang="zh-TW" sz="2000" b="1" dirty="0">
              <a:solidFill>
                <a:srgbClr val="FFFF00"/>
              </a:solidFill>
            </a:endParaRPr>
          </a:p>
          <a:p>
            <a:r>
              <a:rPr lang="en-US" altLang="zh-TW" sz="2000" b="1" dirty="0"/>
              <a:t>int sub(int </a:t>
            </a:r>
            <a:r>
              <a:rPr lang="en-US" altLang="zh-TW" sz="2000" b="1" dirty="0" err="1"/>
              <a:t>arg</a:t>
            </a:r>
            <a:r>
              <a:rPr lang="en-US" altLang="zh-TW" sz="2000" b="1" dirty="0"/>
              <a:t>) {</a:t>
            </a:r>
          </a:p>
          <a:p>
            <a:r>
              <a:rPr lang="en-US" altLang="zh-TW" sz="2000" b="1" dirty="0"/>
              <a:t>    </a:t>
            </a:r>
            <a:r>
              <a:rPr lang="en-US" altLang="zh-TW" sz="2000" b="1" dirty="0" err="1"/>
              <a:t>arg</a:t>
            </a:r>
            <a:r>
              <a:rPr lang="en-US" altLang="zh-TW" sz="2000" b="1" dirty="0"/>
              <a:t>--;</a:t>
            </a:r>
          </a:p>
          <a:p>
            <a:r>
              <a:rPr lang="en-US" altLang="zh-TW" sz="2000" b="1" dirty="0"/>
              <a:t>    return </a:t>
            </a:r>
            <a:r>
              <a:rPr lang="en-US" altLang="zh-TW" sz="2000" b="1" dirty="0" err="1"/>
              <a:t>arg</a:t>
            </a:r>
            <a:r>
              <a:rPr lang="en-US" altLang="zh-TW" sz="2000" b="1" dirty="0"/>
              <a:t>;</a:t>
            </a:r>
          </a:p>
          <a:p>
            <a:r>
              <a:rPr lang="en-US" altLang="zh-TW" sz="2000" b="1" dirty="0"/>
              <a:t>}</a:t>
            </a:r>
            <a:endParaRPr lang="zh-TW" altLang="en-US" sz="20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EAAA24-5404-8DB5-85F2-D9048F010456}"/>
              </a:ext>
            </a:extLst>
          </p:cNvPr>
          <p:cNvSpPr/>
          <p:nvPr/>
        </p:nvSpPr>
        <p:spPr>
          <a:xfrm>
            <a:off x="4099560" y="1977576"/>
            <a:ext cx="2575560" cy="20305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sz="2000" b="1">
                <a:solidFill>
                  <a:srgbClr val="FFFF00"/>
                </a:solidFill>
              </a:rPr>
              <a:t>// lib.h</a:t>
            </a:r>
          </a:p>
          <a:p>
            <a:r>
              <a:rPr lang="en-US" altLang="zh-TW" sz="2000" b="1"/>
              <a:t>int add(int arg);</a:t>
            </a:r>
          </a:p>
          <a:p>
            <a:r>
              <a:rPr lang="en-US" altLang="zh-TW" sz="2000" b="1"/>
              <a:t>int sub(int arg);</a:t>
            </a:r>
            <a:endParaRPr lang="zh-TW" altLang="en-US" sz="2000" b="1"/>
          </a:p>
        </p:txBody>
      </p:sp>
    </p:spTree>
    <p:extLst>
      <p:ext uri="{BB962C8B-B14F-4D97-AF65-F5344CB8AC3E}">
        <p14:creationId xmlns:p14="http://schemas.microsoft.com/office/powerpoint/2010/main" val="1502414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6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Outline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357347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Introduction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rgbClr val="FFFF00"/>
                </a:solidFill>
                <a:latin typeface="Consolas" panose="020B0609020204030204" pitchFamily="49" charset="0"/>
                <a:ea typeface="新細明體"/>
                <a:cs typeface="Calibri"/>
              </a:rPr>
              <a:t>Static Library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rgbClr val="FFFF00"/>
                </a:solidFill>
                <a:latin typeface="Consolas" panose="020B0609020204030204" pitchFamily="49" charset="0"/>
                <a:ea typeface="新細明體"/>
                <a:cs typeface="Calibri"/>
              </a:rPr>
              <a:t>Definition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Create a Static Library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Exercise 1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Dynamic Library</a:t>
            </a:r>
          </a:p>
        </p:txBody>
      </p:sp>
    </p:spTree>
    <p:extLst>
      <p:ext uri="{BB962C8B-B14F-4D97-AF65-F5344CB8AC3E}">
        <p14:creationId xmlns:p14="http://schemas.microsoft.com/office/powerpoint/2010/main" val="133955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7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Definition (1/2)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357168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在編譯時期就執行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link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的動作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binary program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直接包含了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object files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和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libraries link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優點：不用考慮相依性問題</a:t>
            </a:r>
            <a:endParaRPr lang="en-US" altLang="zh-TW" sz="2400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缺點</a:t>
            </a:r>
            <a:endParaRPr lang="en-US" altLang="zh-TW" sz="2400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若許多程式使用同一個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library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，將會浪費硬碟和記憶體空間</a:t>
            </a:r>
            <a:endParaRPr lang="en-US" altLang="zh-TW" sz="2400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如果要更新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library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，需要重新編譯整支程式</a:t>
            </a:r>
            <a:endParaRPr lang="en-US" altLang="zh-TW" sz="2400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2547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8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Definition </a:t>
            </a: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(2/2)</a:t>
            </a: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E8794B9F-1807-C92E-F141-18AE86B90B19}"/>
              </a:ext>
            </a:extLst>
          </p:cNvPr>
          <p:cNvGrpSpPr/>
          <p:nvPr/>
        </p:nvGrpSpPr>
        <p:grpSpPr>
          <a:xfrm>
            <a:off x="223083" y="1966029"/>
            <a:ext cx="1222917" cy="1051559"/>
            <a:chOff x="1847460" y="2916395"/>
            <a:chExt cx="2284255" cy="1217063"/>
          </a:xfrm>
        </p:grpSpPr>
        <p:sp>
          <p:nvSpPr>
            <p:cNvPr id="19" name="矩形: 摺角紙張 18">
              <a:extLst>
                <a:ext uri="{FF2B5EF4-FFF2-40B4-BE49-F238E27FC236}">
                  <a16:creationId xmlns:a16="http://schemas.microsoft.com/office/drawing/2014/main" id="{6F97970A-2E8B-AD81-693E-09B8688A0008}"/>
                </a:ext>
              </a:extLst>
            </p:cNvPr>
            <p:cNvSpPr/>
            <p:nvPr/>
          </p:nvSpPr>
          <p:spPr>
            <a:xfrm flipV="1">
              <a:off x="1847460" y="2916395"/>
              <a:ext cx="2284255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F7C6FC1C-BCC4-DFF0-5497-5D4F1A32E5C8}"/>
                </a:ext>
              </a:extLst>
            </p:cNvPr>
            <p:cNvSpPr txBox="1"/>
            <p:nvPr/>
          </p:nvSpPr>
          <p:spPr>
            <a:xfrm>
              <a:off x="1862896" y="3248646"/>
              <a:ext cx="2268819" cy="53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add.c</a:t>
              </a:r>
              <a:endPara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7DDC5EE3-5FA3-2393-EC93-7B3523AE3736}"/>
              </a:ext>
            </a:extLst>
          </p:cNvPr>
          <p:cNvCxnSpPr>
            <a:cxnSpLocks/>
            <a:stCxn id="98" idx="3"/>
          </p:cNvCxnSpPr>
          <p:nvPr/>
        </p:nvCxnSpPr>
        <p:spPr>
          <a:xfrm flipV="1">
            <a:off x="1444092" y="5102626"/>
            <a:ext cx="282023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3FE52737-E877-4176-2B45-EE67EEA6628E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446000" y="2483931"/>
            <a:ext cx="28202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E1B6587A-27C8-C235-31EE-330814F79E1B}"/>
              </a:ext>
            </a:extLst>
          </p:cNvPr>
          <p:cNvCxnSpPr>
            <a:cxnSpLocks/>
            <a:stCxn id="91" idx="3"/>
            <a:endCxn id="6" idx="1"/>
          </p:cNvCxnSpPr>
          <p:nvPr/>
        </p:nvCxnSpPr>
        <p:spPr>
          <a:xfrm>
            <a:off x="1446000" y="3793279"/>
            <a:ext cx="269455" cy="36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987476CB-22EC-9F3D-42B9-1A21C0E4F2A7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3305808" y="5102627"/>
            <a:ext cx="2723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ACA2B9A6-DC85-12CD-FF56-A9A9B1F0964D}"/>
              </a:ext>
            </a:extLst>
          </p:cNvPr>
          <p:cNvCxnSpPr>
            <a:cxnSpLocks/>
            <a:endCxn id="104" idx="1"/>
          </p:cNvCxnSpPr>
          <p:nvPr/>
        </p:nvCxnSpPr>
        <p:spPr>
          <a:xfrm>
            <a:off x="3307717" y="2483931"/>
            <a:ext cx="27238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E90AED56-6F81-DED7-D3BD-84C2D45E8B3C}"/>
              </a:ext>
            </a:extLst>
          </p:cNvPr>
          <p:cNvCxnSpPr>
            <a:cxnSpLocks/>
            <a:stCxn id="6" idx="3"/>
            <a:endCxn id="107" idx="1"/>
          </p:cNvCxnSpPr>
          <p:nvPr/>
        </p:nvCxnSpPr>
        <p:spPr>
          <a:xfrm flipV="1">
            <a:off x="3297812" y="3793279"/>
            <a:ext cx="282291" cy="36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D523ED88-2FC5-4CFD-1FDC-606713517C8E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668545" y="3793279"/>
            <a:ext cx="3906927" cy="13462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88BCC107-1ED2-08CA-1DB6-8D8FEE1C72CB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817466" y="2477406"/>
            <a:ext cx="330416" cy="6654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D524DAA0-B457-1EC4-BA62-98764BFC047A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781551" y="3142825"/>
            <a:ext cx="366331" cy="7161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5B2703A1-C565-C01E-51BF-128686A133F2}"/>
              </a:ext>
            </a:extLst>
          </p:cNvPr>
          <p:cNvGrpSpPr/>
          <p:nvPr/>
        </p:nvGrpSpPr>
        <p:grpSpPr>
          <a:xfrm>
            <a:off x="10075209" y="3213629"/>
            <a:ext cx="1899986" cy="1080000"/>
            <a:chOff x="1847460" y="2916396"/>
            <a:chExt cx="2284256" cy="1217063"/>
          </a:xfrm>
        </p:grpSpPr>
        <p:sp>
          <p:nvSpPr>
            <p:cNvPr id="93" name="矩形: 摺角紙張 92">
              <a:extLst>
                <a:ext uri="{FF2B5EF4-FFF2-40B4-BE49-F238E27FC236}">
                  <a16:creationId xmlns:a16="http://schemas.microsoft.com/office/drawing/2014/main" id="{A93AE403-A22E-B128-4DA2-B100ECCB7C36}"/>
                </a:ext>
              </a:extLst>
            </p:cNvPr>
            <p:cNvSpPr/>
            <p:nvPr/>
          </p:nvSpPr>
          <p:spPr>
            <a:xfrm flipV="1">
              <a:off x="1847460" y="2916396"/>
              <a:ext cx="2284256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文字方塊 93">
              <a:extLst>
                <a:ext uri="{FF2B5EF4-FFF2-40B4-BE49-F238E27FC236}">
                  <a16:creationId xmlns:a16="http://schemas.microsoft.com/office/drawing/2014/main" id="{5BCD3740-5312-EC1A-730F-4CE254822A56}"/>
                </a:ext>
              </a:extLst>
            </p:cNvPr>
            <p:cNvSpPr txBox="1"/>
            <p:nvPr/>
          </p:nvSpPr>
          <p:spPr>
            <a:xfrm>
              <a:off x="1847460" y="3089795"/>
              <a:ext cx="2284256" cy="9617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Executable</a:t>
              </a:r>
            </a:p>
            <a:p>
              <a:pPr algn="ctr"/>
              <a:r>
                <a:rPr lang="en-US" altLang="zh-TW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file</a:t>
              </a:r>
            </a:p>
          </p:txBody>
        </p:sp>
      </p:grp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C0FE0AA1-35BE-31DB-C372-A17D6EAA711E}"/>
              </a:ext>
            </a:extLst>
          </p:cNvPr>
          <p:cNvCxnSpPr>
            <a:cxnSpLocks/>
            <a:stCxn id="120" idx="3"/>
            <a:endCxn id="5" idx="1"/>
          </p:cNvCxnSpPr>
          <p:nvPr/>
        </p:nvCxnSpPr>
        <p:spPr>
          <a:xfrm>
            <a:off x="8290657" y="3150251"/>
            <a:ext cx="284815" cy="6430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525E9229-C318-2EF5-9F11-B86E3DCEE7DA}"/>
              </a:ext>
            </a:extLst>
          </p:cNvPr>
          <p:cNvSpPr/>
          <p:nvPr/>
        </p:nvSpPr>
        <p:spPr>
          <a:xfrm>
            <a:off x="8575472" y="2305020"/>
            <a:ext cx="1214922" cy="2976518"/>
          </a:xfrm>
          <a:prstGeom prst="rect">
            <a:avLst/>
          </a:prstGeom>
          <a:solidFill>
            <a:srgbClr val="00B0F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/>
              <a:t>linker</a:t>
            </a:r>
            <a:endParaRPr lang="zh-TW" altLang="en-US" b="1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3D3FF2-B02D-910F-5210-892FA43A9ADD}"/>
              </a:ext>
            </a:extLst>
          </p:cNvPr>
          <p:cNvSpPr/>
          <p:nvPr/>
        </p:nvSpPr>
        <p:spPr>
          <a:xfrm>
            <a:off x="1715455" y="2308685"/>
            <a:ext cx="1582357" cy="2976518"/>
          </a:xfrm>
          <a:prstGeom prst="rect">
            <a:avLst/>
          </a:prstGeom>
          <a:solidFill>
            <a:srgbClr val="00B0F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/>
              <a:t>Compiler</a:t>
            </a:r>
            <a:endParaRPr lang="zh-TW" altLang="en-US" sz="24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58AB5F-FD90-A26A-5D5F-05473C8C8033}"/>
              </a:ext>
            </a:extLst>
          </p:cNvPr>
          <p:cNvSpPr/>
          <p:nvPr/>
        </p:nvSpPr>
        <p:spPr>
          <a:xfrm>
            <a:off x="5147882" y="2316881"/>
            <a:ext cx="1553527" cy="1651888"/>
          </a:xfrm>
          <a:prstGeom prst="rect">
            <a:avLst/>
          </a:prstGeom>
          <a:solidFill>
            <a:srgbClr val="00B0F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/>
              <a:t>archiver</a:t>
            </a:r>
            <a:endParaRPr lang="zh-TW" altLang="en-US" b="1" dirty="0"/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4EB8FF63-F2D1-0287-7902-9C005F32706E}"/>
              </a:ext>
            </a:extLst>
          </p:cNvPr>
          <p:cNvCxnSpPr>
            <a:cxnSpLocks/>
            <a:stCxn id="8" idx="3"/>
            <a:endCxn id="120" idx="1"/>
          </p:cNvCxnSpPr>
          <p:nvPr/>
        </p:nvCxnSpPr>
        <p:spPr>
          <a:xfrm>
            <a:off x="6701409" y="3142825"/>
            <a:ext cx="374595" cy="74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CC15D1F9-DD12-4C55-FCA6-30701C5EDBF4}"/>
              </a:ext>
            </a:extLst>
          </p:cNvPr>
          <p:cNvCxnSpPr>
            <a:cxnSpLocks/>
            <a:stCxn id="5" idx="3"/>
            <a:endCxn id="94" idx="1"/>
          </p:cNvCxnSpPr>
          <p:nvPr/>
        </p:nvCxnSpPr>
        <p:spPr>
          <a:xfrm>
            <a:off x="9790394" y="3793279"/>
            <a:ext cx="284815" cy="9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F803DAFC-7C9F-E10E-BD9E-FFD63954C88F}"/>
              </a:ext>
            </a:extLst>
          </p:cNvPr>
          <p:cNvGrpSpPr/>
          <p:nvPr/>
        </p:nvGrpSpPr>
        <p:grpSpPr>
          <a:xfrm>
            <a:off x="223083" y="3275377"/>
            <a:ext cx="1222917" cy="1051559"/>
            <a:chOff x="1847460" y="2916395"/>
            <a:chExt cx="2284255" cy="1217063"/>
          </a:xfrm>
        </p:grpSpPr>
        <p:sp>
          <p:nvSpPr>
            <p:cNvPr id="90" name="矩形: 摺角紙張 89">
              <a:extLst>
                <a:ext uri="{FF2B5EF4-FFF2-40B4-BE49-F238E27FC236}">
                  <a16:creationId xmlns:a16="http://schemas.microsoft.com/office/drawing/2014/main" id="{6477A0E2-FF35-77EF-C75E-85591C7AA885}"/>
                </a:ext>
              </a:extLst>
            </p:cNvPr>
            <p:cNvSpPr/>
            <p:nvPr/>
          </p:nvSpPr>
          <p:spPr>
            <a:xfrm flipV="1">
              <a:off x="1847460" y="2916395"/>
              <a:ext cx="2284255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F9E89305-5881-ACBC-8CC5-3B52F46B17BA}"/>
                </a:ext>
              </a:extLst>
            </p:cNvPr>
            <p:cNvSpPr txBox="1"/>
            <p:nvPr/>
          </p:nvSpPr>
          <p:spPr>
            <a:xfrm>
              <a:off x="1862896" y="3248646"/>
              <a:ext cx="2268819" cy="53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sub.c</a:t>
              </a:r>
              <a:endPara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7CC8FB81-891D-2BAA-05E5-8B5DA169EC29}"/>
              </a:ext>
            </a:extLst>
          </p:cNvPr>
          <p:cNvGrpSpPr/>
          <p:nvPr/>
        </p:nvGrpSpPr>
        <p:grpSpPr>
          <a:xfrm>
            <a:off x="221175" y="4584725"/>
            <a:ext cx="1222917" cy="1051559"/>
            <a:chOff x="1847460" y="2916395"/>
            <a:chExt cx="2284255" cy="1217063"/>
          </a:xfrm>
        </p:grpSpPr>
        <p:sp>
          <p:nvSpPr>
            <p:cNvPr id="97" name="矩形: 摺角紙張 96">
              <a:extLst>
                <a:ext uri="{FF2B5EF4-FFF2-40B4-BE49-F238E27FC236}">
                  <a16:creationId xmlns:a16="http://schemas.microsoft.com/office/drawing/2014/main" id="{89C4EE5D-26D6-8F89-4639-8DB9E3CA554C}"/>
                </a:ext>
              </a:extLst>
            </p:cNvPr>
            <p:cNvSpPr/>
            <p:nvPr/>
          </p:nvSpPr>
          <p:spPr>
            <a:xfrm flipV="1">
              <a:off x="1847460" y="2916395"/>
              <a:ext cx="2284255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C85C946A-DF6D-DD0D-B9ED-A45EAF2070E8}"/>
                </a:ext>
              </a:extLst>
            </p:cNvPr>
            <p:cNvSpPr txBox="1"/>
            <p:nvPr/>
          </p:nvSpPr>
          <p:spPr>
            <a:xfrm>
              <a:off x="1862896" y="3248646"/>
              <a:ext cx="2268819" cy="53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main.c</a:t>
              </a:r>
              <a:endPara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B6FAFB4F-13CD-42DE-1F63-95B863DBF814}"/>
              </a:ext>
            </a:extLst>
          </p:cNvPr>
          <p:cNvGrpSpPr/>
          <p:nvPr/>
        </p:nvGrpSpPr>
        <p:grpSpPr>
          <a:xfrm>
            <a:off x="3571839" y="1966029"/>
            <a:ext cx="1222917" cy="1051559"/>
            <a:chOff x="1847460" y="2916395"/>
            <a:chExt cx="2284255" cy="1217063"/>
          </a:xfrm>
        </p:grpSpPr>
        <p:sp>
          <p:nvSpPr>
            <p:cNvPr id="103" name="矩形: 摺角紙張 102">
              <a:extLst>
                <a:ext uri="{FF2B5EF4-FFF2-40B4-BE49-F238E27FC236}">
                  <a16:creationId xmlns:a16="http://schemas.microsoft.com/office/drawing/2014/main" id="{678A7F2B-6FF8-088C-DB1F-1548CF7CA26B}"/>
                </a:ext>
              </a:extLst>
            </p:cNvPr>
            <p:cNvSpPr/>
            <p:nvPr/>
          </p:nvSpPr>
          <p:spPr>
            <a:xfrm flipV="1">
              <a:off x="1847460" y="2916395"/>
              <a:ext cx="2284255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0A78305A-42C6-6E74-3EEF-211F7391CC36}"/>
                </a:ext>
              </a:extLst>
            </p:cNvPr>
            <p:cNvSpPr txBox="1"/>
            <p:nvPr/>
          </p:nvSpPr>
          <p:spPr>
            <a:xfrm>
              <a:off x="1862896" y="3248646"/>
              <a:ext cx="2268819" cy="53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add.o</a:t>
              </a:r>
              <a:endPara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2AD28B5E-1ED3-CBFB-0C09-05DB2FBB78A8}"/>
              </a:ext>
            </a:extLst>
          </p:cNvPr>
          <p:cNvGrpSpPr/>
          <p:nvPr/>
        </p:nvGrpSpPr>
        <p:grpSpPr>
          <a:xfrm>
            <a:off x="3571839" y="3275377"/>
            <a:ext cx="1222917" cy="1051559"/>
            <a:chOff x="1847460" y="2916395"/>
            <a:chExt cx="2284255" cy="1217063"/>
          </a:xfrm>
        </p:grpSpPr>
        <p:sp>
          <p:nvSpPr>
            <p:cNvPr id="106" name="矩形: 摺角紙張 105">
              <a:extLst>
                <a:ext uri="{FF2B5EF4-FFF2-40B4-BE49-F238E27FC236}">
                  <a16:creationId xmlns:a16="http://schemas.microsoft.com/office/drawing/2014/main" id="{1A8355B0-03CA-91A7-4F19-7C2A52171C2C}"/>
                </a:ext>
              </a:extLst>
            </p:cNvPr>
            <p:cNvSpPr/>
            <p:nvPr/>
          </p:nvSpPr>
          <p:spPr>
            <a:xfrm flipV="1">
              <a:off x="1847460" y="2916395"/>
              <a:ext cx="2284255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B7D03427-58B1-CD60-1964-8F1F536C8716}"/>
                </a:ext>
              </a:extLst>
            </p:cNvPr>
            <p:cNvSpPr txBox="1"/>
            <p:nvPr/>
          </p:nvSpPr>
          <p:spPr>
            <a:xfrm>
              <a:off x="1862896" y="3248646"/>
              <a:ext cx="2268819" cy="53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sub.o</a:t>
              </a:r>
              <a:endPara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17AC090C-A50C-CEDF-52AF-88D084A15B51}"/>
              </a:ext>
            </a:extLst>
          </p:cNvPr>
          <p:cNvGrpSpPr/>
          <p:nvPr/>
        </p:nvGrpSpPr>
        <p:grpSpPr>
          <a:xfrm>
            <a:off x="3569931" y="4584725"/>
            <a:ext cx="1222917" cy="1051559"/>
            <a:chOff x="1847460" y="2916395"/>
            <a:chExt cx="2284255" cy="1217063"/>
          </a:xfrm>
        </p:grpSpPr>
        <p:sp>
          <p:nvSpPr>
            <p:cNvPr id="109" name="矩形: 摺角紙張 108">
              <a:extLst>
                <a:ext uri="{FF2B5EF4-FFF2-40B4-BE49-F238E27FC236}">
                  <a16:creationId xmlns:a16="http://schemas.microsoft.com/office/drawing/2014/main" id="{B8BB71B6-0448-E9F3-374C-7C759CDA6913}"/>
                </a:ext>
              </a:extLst>
            </p:cNvPr>
            <p:cNvSpPr/>
            <p:nvPr/>
          </p:nvSpPr>
          <p:spPr>
            <a:xfrm flipV="1">
              <a:off x="1847460" y="2916395"/>
              <a:ext cx="2284255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AEBAE6C5-5FFE-6A30-BACF-F9AB8AF49CA0}"/>
                </a:ext>
              </a:extLst>
            </p:cNvPr>
            <p:cNvSpPr txBox="1"/>
            <p:nvPr/>
          </p:nvSpPr>
          <p:spPr>
            <a:xfrm>
              <a:off x="1862896" y="3248646"/>
              <a:ext cx="2268819" cy="53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main.o</a:t>
              </a:r>
              <a:endPara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7A71F8F3-56D2-D363-C31B-D1C43797DE66}"/>
              </a:ext>
            </a:extLst>
          </p:cNvPr>
          <p:cNvGrpSpPr/>
          <p:nvPr/>
        </p:nvGrpSpPr>
        <p:grpSpPr>
          <a:xfrm>
            <a:off x="7067740" y="2632348"/>
            <a:ext cx="1222917" cy="1051559"/>
            <a:chOff x="1847460" y="2916394"/>
            <a:chExt cx="2284255" cy="1217063"/>
          </a:xfrm>
        </p:grpSpPr>
        <p:sp>
          <p:nvSpPr>
            <p:cNvPr id="119" name="矩形: 摺角紙張 118">
              <a:extLst>
                <a:ext uri="{FF2B5EF4-FFF2-40B4-BE49-F238E27FC236}">
                  <a16:creationId xmlns:a16="http://schemas.microsoft.com/office/drawing/2014/main" id="{3A400958-5D09-5B22-759E-F153EA28937A}"/>
                </a:ext>
              </a:extLst>
            </p:cNvPr>
            <p:cNvSpPr/>
            <p:nvPr/>
          </p:nvSpPr>
          <p:spPr>
            <a:xfrm flipV="1">
              <a:off x="1847460" y="2916394"/>
              <a:ext cx="2284255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947CF92D-3E6B-A106-E619-C0DD228C61C4}"/>
                </a:ext>
              </a:extLst>
            </p:cNvPr>
            <p:cNvSpPr txBox="1"/>
            <p:nvPr/>
          </p:nvSpPr>
          <p:spPr>
            <a:xfrm>
              <a:off x="1862896" y="3248646"/>
              <a:ext cx="2268819" cy="53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lib.a</a:t>
              </a:r>
              <a:endPara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2078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9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Outline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357347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Introduction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新細明體"/>
                <a:cs typeface="Calibri"/>
              </a:rPr>
              <a:t>Static Library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Definition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新細明體"/>
                <a:cs typeface="Calibri"/>
              </a:rPr>
              <a:t>Create a Static Library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Exercise 1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Dynamic Library</a:t>
            </a:r>
          </a:p>
        </p:txBody>
      </p:sp>
    </p:spTree>
    <p:extLst>
      <p:ext uri="{BB962C8B-B14F-4D97-AF65-F5344CB8AC3E}">
        <p14:creationId xmlns:p14="http://schemas.microsoft.com/office/powerpoint/2010/main" val="1016155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10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Create a Static Library </a:t>
            </a: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(1/3)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53040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Command </a:t>
            </a: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"</a:t>
            </a:r>
            <a:r>
              <a:rPr lang="en-US" altLang="zh-TW" sz="2400" b="1" dirty="0" err="1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ar</a:t>
            </a: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"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14D6FE2-E8A5-13D3-9C39-D4339C145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205" y="1970743"/>
            <a:ext cx="7099589" cy="449900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A831AFA0-E6F9-E1CE-EEB0-CDD944AE416C}"/>
              </a:ext>
            </a:extLst>
          </p:cNvPr>
          <p:cNvSpPr/>
          <p:nvPr/>
        </p:nvSpPr>
        <p:spPr>
          <a:xfrm>
            <a:off x="2647335" y="2957052"/>
            <a:ext cx="4033684" cy="1327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740717-DF8E-B831-D37E-D25CC69A11D0}"/>
              </a:ext>
            </a:extLst>
          </p:cNvPr>
          <p:cNvSpPr/>
          <p:nvPr/>
        </p:nvSpPr>
        <p:spPr>
          <a:xfrm>
            <a:off x="2647335" y="4955458"/>
            <a:ext cx="3392130" cy="2580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2873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11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Create a Static Library </a:t>
            </a: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(2/3)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447545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我們使用前面</a:t>
            </a:r>
            <a:r>
              <a:rPr lang="en-US" altLang="zh-TW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example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的程式碼，輸入以下指令</a:t>
            </a:r>
            <a:endParaRPr lang="en-US" altLang="zh-TW" sz="24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gcc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–c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add.c</a:t>
            </a: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sub.c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ar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rcs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lib.a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add.o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sub.o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1371600" lvl="2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r</a:t>
            </a:r>
            <a:r>
              <a:rPr lang="zh-TW" altLang="zh-TW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= </a:t>
            </a:r>
            <a:r>
              <a:rPr lang="en-US" altLang="zh-TW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replace</a:t>
            </a:r>
          </a:p>
          <a:p>
            <a:pPr marL="1371600" lvl="2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c</a:t>
            </a:r>
            <a:r>
              <a:rPr lang="zh-TW" altLang="zh-TW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=</a:t>
            </a:r>
            <a:r>
              <a:rPr lang="zh-TW" altLang="en-US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en-US" altLang="zh-TW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create</a:t>
            </a:r>
          </a:p>
          <a:p>
            <a:pPr marL="1371600" lvl="2" indent="-4572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zh-TW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 = symbol index</a:t>
            </a:r>
            <a:endParaRPr lang="en-US" altLang="zh-TW" sz="2000" b="1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gcc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main.c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–L.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lib.a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–o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example_static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1371600" lvl="2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-L.</a:t>
            </a:r>
            <a:r>
              <a:rPr lang="zh-TW" altLang="en-US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告訴</a:t>
            </a:r>
            <a:r>
              <a:rPr lang="en-US" altLang="zh-TW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compiler</a:t>
            </a:r>
            <a:r>
              <a:rPr lang="zh-TW" altLang="en-US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去當前目錄找</a:t>
            </a:r>
            <a:r>
              <a:rPr lang="en-US" altLang="zh-TW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library</a:t>
            </a:r>
          </a:p>
        </p:txBody>
      </p:sp>
    </p:spTree>
    <p:extLst>
      <p:ext uri="{BB962C8B-B14F-4D97-AF65-F5344CB8AC3E}">
        <p14:creationId xmlns:p14="http://schemas.microsoft.com/office/powerpoint/2010/main" val="1073604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12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Create a Static Library </a:t>
            </a: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(3/3)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7EDE7D0-9867-AC40-2B4B-3B7EBECC2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52" y="1876513"/>
            <a:ext cx="8964096" cy="384928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B2B901E-565F-E902-34CC-F0F1ECC72DA3}"/>
              </a:ext>
            </a:extLst>
          </p:cNvPr>
          <p:cNvSpPr/>
          <p:nvPr/>
        </p:nvSpPr>
        <p:spPr>
          <a:xfrm>
            <a:off x="2430378" y="2899610"/>
            <a:ext cx="637675" cy="192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1E5A94-18AC-5EC9-688D-F3B68C3DBD59}"/>
              </a:ext>
            </a:extLst>
          </p:cNvPr>
          <p:cNvSpPr/>
          <p:nvPr/>
        </p:nvSpPr>
        <p:spPr>
          <a:xfrm>
            <a:off x="5777162" y="2895599"/>
            <a:ext cx="637675" cy="192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3BD4619-1861-14E1-8E45-7DE85A9412DE}"/>
              </a:ext>
            </a:extLst>
          </p:cNvPr>
          <p:cNvSpPr/>
          <p:nvPr/>
        </p:nvSpPr>
        <p:spPr>
          <a:xfrm>
            <a:off x="3232483" y="3652767"/>
            <a:ext cx="637675" cy="192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80F44C-B5D4-85C6-EF74-D208BAF753A0}"/>
              </a:ext>
            </a:extLst>
          </p:cNvPr>
          <p:cNvSpPr/>
          <p:nvPr/>
        </p:nvSpPr>
        <p:spPr>
          <a:xfrm>
            <a:off x="3232483" y="4441093"/>
            <a:ext cx="1664370" cy="192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735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13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Outline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357347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Introduction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rgbClr val="FFFF00"/>
                </a:solidFill>
                <a:latin typeface="Consolas" panose="020B0609020204030204" pitchFamily="49" charset="0"/>
                <a:ea typeface="新細明體"/>
                <a:cs typeface="Calibri"/>
              </a:rPr>
              <a:t>Static Library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Definition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Create a Static Library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rgbClr val="FFFF00"/>
                </a:solidFill>
                <a:latin typeface="Consolas" panose="020B0609020204030204" pitchFamily="49" charset="0"/>
                <a:ea typeface="新細明體"/>
                <a:cs typeface="Calibri"/>
              </a:rPr>
              <a:t>Exercise 1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Dynamic Library</a:t>
            </a:r>
          </a:p>
        </p:txBody>
      </p:sp>
    </p:spTree>
    <p:extLst>
      <p:ext uri="{BB962C8B-B14F-4D97-AF65-F5344CB8AC3E}">
        <p14:creationId xmlns:p14="http://schemas.microsoft.com/office/powerpoint/2010/main" val="653545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14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Exercise 1 (1/2)</a:t>
            </a:r>
            <a:endParaRPr kumimoji="0" lang="en-US" altLang="zh-TW" sz="4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alibri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478842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請撰寫兩支程式</a:t>
            </a:r>
            <a:endParaRPr lang="en-US" altLang="zh-TW" sz="2400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sort.c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1371600" lvl="2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建立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sort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函式，</a:t>
            </a:r>
            <a:r>
              <a:rPr lang="zh-TW" altLang="en-US" sz="2400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參數可以接受陣列的位址</a:t>
            </a:r>
            <a:endParaRPr lang="en-US" altLang="zh-TW" sz="2400" dirty="0">
              <a:solidFill>
                <a:srgbClr val="FFFF00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1371600" lvl="2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將陣列內的整數</a:t>
            </a:r>
            <a:r>
              <a:rPr lang="zh-TW" altLang="en-US" sz="2400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從小排到大</a:t>
            </a:r>
            <a:endParaRPr lang="en-US" altLang="zh-TW" sz="2400" dirty="0">
              <a:solidFill>
                <a:srgbClr val="FFFF00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exercise.c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1371600" lvl="2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建立一個</a:t>
            </a:r>
            <a:r>
              <a:rPr lang="zh-TW" altLang="en-US" sz="2400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長度為 </a:t>
            </a: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5 </a:t>
            </a:r>
            <a:r>
              <a:rPr lang="zh-TW" altLang="en-US" sz="2400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的陣列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，放入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5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個</a:t>
            </a:r>
            <a:r>
              <a:rPr lang="zh-TW" altLang="en-US" sz="2400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不重複隨機整數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進去</a:t>
            </a:r>
            <a:endParaRPr lang="en-US" altLang="zh-TW" sz="2400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1371600" lvl="2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先</a:t>
            </a:r>
            <a:r>
              <a:rPr lang="zh-TW" altLang="en-US" sz="2400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印出 </a:t>
            </a: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sort </a:t>
            </a:r>
            <a:r>
              <a:rPr lang="zh-TW" altLang="en-US" sz="2400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之前的 </a:t>
            </a: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5 </a:t>
            </a:r>
            <a:r>
              <a:rPr lang="zh-TW" altLang="en-US" sz="2400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個整數</a:t>
            </a:r>
            <a:endParaRPr lang="en-US" altLang="zh-TW" sz="2400" dirty="0">
              <a:solidFill>
                <a:srgbClr val="FFFF00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1371600" lvl="2" indent="-457200">
              <a:lnSpc>
                <a:spcPct val="130000"/>
              </a:lnSpc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呼叫 </a:t>
            </a: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sort </a:t>
            </a:r>
            <a:r>
              <a:rPr lang="zh-TW" altLang="en-US" sz="2400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函式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，傳入該陣列的位址，並</a:t>
            </a:r>
            <a:r>
              <a:rPr lang="zh-TW" altLang="en-US" sz="2400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印出 </a:t>
            </a: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sort </a:t>
            </a:r>
            <a:r>
              <a:rPr lang="zh-TW" altLang="en-US" sz="2400" dirty="0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完的結果</a:t>
            </a:r>
            <a:endParaRPr lang="en-US" altLang="zh-TW" sz="2400" dirty="0">
              <a:solidFill>
                <a:srgbClr val="FFFF00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654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15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Exercise 1 (2/2)</a:t>
            </a:r>
            <a:endParaRPr kumimoji="0" lang="en-US" altLang="zh-TW" sz="4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alibri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222849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將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sort.o</a:t>
            </a: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加入至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exlib.a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最後使用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gcc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將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exercise.c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與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exlib.a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輸出成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exercise1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現場 </a:t>
            </a:r>
            <a:r>
              <a:rPr lang="en-US" altLang="zh-TW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Demo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如下執行一次即可，做不完也可以回家截圖並上傳至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iLearning</a:t>
            </a: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3CA52C0A-2CDD-C44E-91BB-722BC661B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171" y="3742250"/>
            <a:ext cx="8991176" cy="244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82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16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Outline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357347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Introduction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Static Library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新細明體"/>
                <a:cs typeface="Calibri"/>
              </a:rPr>
              <a:t>Dynamic Library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新細明體"/>
                <a:cs typeface="Calibri"/>
              </a:rPr>
              <a:t>Definition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Create a Dynamic Library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Exercise 1</a:t>
            </a:r>
          </a:p>
        </p:txBody>
      </p:sp>
    </p:spTree>
    <p:extLst>
      <p:ext uri="{BB962C8B-B14F-4D97-AF65-F5344CB8AC3E}">
        <p14:creationId xmlns:p14="http://schemas.microsoft.com/office/powerpoint/2010/main" val="2320520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17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Definition</a:t>
            </a: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 </a:t>
            </a: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(1/3)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235551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將 </a:t>
            </a: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library </a:t>
            </a: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載入到記憶體中</a:t>
            </a:r>
            <a:endParaRPr lang="en-US" altLang="zh-TW" sz="2400" b="1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需要該 </a:t>
            </a: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library</a:t>
            </a: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的程式會等到 </a:t>
            </a: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execution time </a:t>
            </a: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再連結</a:t>
            </a:r>
            <a:endParaRPr lang="en-US" altLang="zh-TW" sz="240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優點：節省較多硬碟和記憶體空間</a:t>
            </a:r>
            <a:endParaRPr lang="en-US" altLang="zh-TW" sz="240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缺點：若不同程式所需的版本不一，可能會有相依性問題</a:t>
            </a:r>
            <a:endParaRPr lang="en-US" altLang="zh-TW" sz="240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79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18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Definition </a:t>
            </a: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(2/3)</a:t>
            </a: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E8794B9F-1807-C92E-F141-18AE86B90B19}"/>
              </a:ext>
            </a:extLst>
          </p:cNvPr>
          <p:cNvGrpSpPr/>
          <p:nvPr/>
        </p:nvGrpSpPr>
        <p:grpSpPr>
          <a:xfrm>
            <a:off x="433202" y="1582456"/>
            <a:ext cx="1222917" cy="1051559"/>
            <a:chOff x="1847460" y="2916395"/>
            <a:chExt cx="2284255" cy="1217063"/>
          </a:xfrm>
        </p:grpSpPr>
        <p:sp>
          <p:nvSpPr>
            <p:cNvPr id="19" name="矩形: 摺角紙張 18">
              <a:extLst>
                <a:ext uri="{FF2B5EF4-FFF2-40B4-BE49-F238E27FC236}">
                  <a16:creationId xmlns:a16="http://schemas.microsoft.com/office/drawing/2014/main" id="{6F97970A-2E8B-AD81-693E-09B8688A0008}"/>
                </a:ext>
              </a:extLst>
            </p:cNvPr>
            <p:cNvSpPr/>
            <p:nvPr/>
          </p:nvSpPr>
          <p:spPr>
            <a:xfrm flipV="1">
              <a:off x="1847460" y="2916395"/>
              <a:ext cx="2284255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F7C6FC1C-BCC4-DFF0-5497-5D4F1A32E5C8}"/>
                </a:ext>
              </a:extLst>
            </p:cNvPr>
            <p:cNvSpPr txBox="1"/>
            <p:nvPr/>
          </p:nvSpPr>
          <p:spPr>
            <a:xfrm>
              <a:off x="1862896" y="3248646"/>
              <a:ext cx="2268819" cy="53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add.c</a:t>
              </a:r>
              <a:endPara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7DDC5EE3-5FA3-2393-EC93-7B3523AE3736}"/>
              </a:ext>
            </a:extLst>
          </p:cNvPr>
          <p:cNvCxnSpPr>
            <a:cxnSpLocks/>
            <a:stCxn id="98" idx="3"/>
          </p:cNvCxnSpPr>
          <p:nvPr/>
        </p:nvCxnSpPr>
        <p:spPr>
          <a:xfrm flipV="1">
            <a:off x="1654211" y="4719053"/>
            <a:ext cx="282023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3FE52737-E877-4176-2B45-EE67EEA6628E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656119" y="2100358"/>
            <a:ext cx="28202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E1B6587A-27C8-C235-31EE-330814F79E1B}"/>
              </a:ext>
            </a:extLst>
          </p:cNvPr>
          <p:cNvCxnSpPr>
            <a:cxnSpLocks/>
            <a:stCxn id="91" idx="3"/>
            <a:endCxn id="6" idx="1"/>
          </p:cNvCxnSpPr>
          <p:nvPr/>
        </p:nvCxnSpPr>
        <p:spPr>
          <a:xfrm>
            <a:off x="1656119" y="3409706"/>
            <a:ext cx="269455" cy="36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987476CB-22EC-9F3D-42B9-1A21C0E4F2A7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3517836" y="4719053"/>
            <a:ext cx="333984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ACA2B9A6-DC85-12CD-FF56-A9A9B1F0964D}"/>
              </a:ext>
            </a:extLst>
          </p:cNvPr>
          <p:cNvCxnSpPr>
            <a:cxnSpLocks/>
            <a:endCxn id="104" idx="1"/>
          </p:cNvCxnSpPr>
          <p:nvPr/>
        </p:nvCxnSpPr>
        <p:spPr>
          <a:xfrm>
            <a:off x="3517836" y="2100358"/>
            <a:ext cx="27238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E90AED56-6F81-DED7-D3BD-84C2D45E8B3C}"/>
              </a:ext>
            </a:extLst>
          </p:cNvPr>
          <p:cNvCxnSpPr>
            <a:cxnSpLocks/>
            <a:stCxn id="6" idx="3"/>
            <a:endCxn id="107" idx="1"/>
          </p:cNvCxnSpPr>
          <p:nvPr/>
        </p:nvCxnSpPr>
        <p:spPr>
          <a:xfrm flipV="1">
            <a:off x="3507931" y="3409706"/>
            <a:ext cx="282291" cy="36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D523ED88-2FC5-4CFD-1FDC-606713517C8E}"/>
              </a:ext>
            </a:extLst>
          </p:cNvPr>
          <p:cNvCxnSpPr>
            <a:cxnSpLocks/>
            <a:stCxn id="110" idx="3"/>
            <a:endCxn id="36" idx="1"/>
          </p:cNvCxnSpPr>
          <p:nvPr/>
        </p:nvCxnSpPr>
        <p:spPr>
          <a:xfrm flipV="1">
            <a:off x="8072335" y="3357784"/>
            <a:ext cx="315033" cy="13612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88BCC107-1ED2-08CA-1DB6-8D8FEE1C72CB}"/>
              </a:ext>
            </a:extLst>
          </p:cNvPr>
          <p:cNvCxnSpPr>
            <a:cxnSpLocks/>
            <a:stCxn id="104" idx="3"/>
            <a:endCxn id="43" idx="1"/>
          </p:cNvCxnSpPr>
          <p:nvPr/>
        </p:nvCxnSpPr>
        <p:spPr>
          <a:xfrm>
            <a:off x="5004875" y="2100358"/>
            <a:ext cx="315032" cy="6168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D524DAA0-B457-1EC4-BA62-98764BFC047A}"/>
              </a:ext>
            </a:extLst>
          </p:cNvPr>
          <p:cNvCxnSpPr>
            <a:cxnSpLocks/>
            <a:stCxn id="107" idx="3"/>
            <a:endCxn id="43" idx="1"/>
          </p:cNvCxnSpPr>
          <p:nvPr/>
        </p:nvCxnSpPr>
        <p:spPr>
          <a:xfrm flipV="1">
            <a:off x="5004875" y="2717199"/>
            <a:ext cx="315032" cy="6925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5B2703A1-C565-C01E-51BF-128686A133F2}"/>
              </a:ext>
            </a:extLst>
          </p:cNvPr>
          <p:cNvGrpSpPr/>
          <p:nvPr/>
        </p:nvGrpSpPr>
        <p:grpSpPr>
          <a:xfrm>
            <a:off x="9916879" y="2872104"/>
            <a:ext cx="1899986" cy="1080000"/>
            <a:chOff x="1847460" y="2916396"/>
            <a:chExt cx="2284256" cy="1217063"/>
          </a:xfrm>
          <a:solidFill>
            <a:schemeClr val="bg2">
              <a:lumMod val="50000"/>
            </a:schemeClr>
          </a:solidFill>
        </p:grpSpPr>
        <p:sp>
          <p:nvSpPr>
            <p:cNvPr id="93" name="矩形: 摺角紙張 92">
              <a:extLst>
                <a:ext uri="{FF2B5EF4-FFF2-40B4-BE49-F238E27FC236}">
                  <a16:creationId xmlns:a16="http://schemas.microsoft.com/office/drawing/2014/main" id="{A93AE403-A22E-B128-4DA2-B100ECCB7C36}"/>
                </a:ext>
              </a:extLst>
            </p:cNvPr>
            <p:cNvSpPr/>
            <p:nvPr/>
          </p:nvSpPr>
          <p:spPr>
            <a:xfrm flipV="1">
              <a:off x="1847460" y="2916396"/>
              <a:ext cx="2284256" cy="1217063"/>
            </a:xfrm>
            <a:prstGeom prst="foldedCorner">
              <a:avLst>
                <a:gd name="adj" fmla="val 174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文字方塊 93">
              <a:extLst>
                <a:ext uri="{FF2B5EF4-FFF2-40B4-BE49-F238E27FC236}">
                  <a16:creationId xmlns:a16="http://schemas.microsoft.com/office/drawing/2014/main" id="{5BCD3740-5312-EC1A-730F-4CE254822A56}"/>
                </a:ext>
              </a:extLst>
            </p:cNvPr>
            <p:cNvSpPr txBox="1"/>
            <p:nvPr/>
          </p:nvSpPr>
          <p:spPr>
            <a:xfrm>
              <a:off x="1847460" y="3089795"/>
              <a:ext cx="2284256" cy="961787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Executable</a:t>
              </a:r>
            </a:p>
            <a:p>
              <a:pPr algn="ctr"/>
              <a:r>
                <a:rPr lang="en-US" altLang="zh-TW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file</a:t>
              </a:r>
            </a:p>
          </p:txBody>
        </p:sp>
      </p:grp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C0FE0AA1-35BE-31DB-C372-A17D6EAA711E}"/>
              </a:ext>
            </a:extLst>
          </p:cNvPr>
          <p:cNvCxnSpPr>
            <a:cxnSpLocks/>
            <a:stCxn id="120" idx="3"/>
            <a:endCxn id="36" idx="1"/>
          </p:cNvCxnSpPr>
          <p:nvPr/>
        </p:nvCxnSpPr>
        <p:spPr>
          <a:xfrm>
            <a:off x="8072336" y="2719089"/>
            <a:ext cx="315032" cy="6386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E23D3FF2-B02D-910F-5210-892FA43A9ADD}"/>
              </a:ext>
            </a:extLst>
          </p:cNvPr>
          <p:cNvSpPr/>
          <p:nvPr/>
        </p:nvSpPr>
        <p:spPr>
          <a:xfrm>
            <a:off x="1925574" y="1925112"/>
            <a:ext cx="1582357" cy="2976518"/>
          </a:xfrm>
          <a:prstGeom prst="rect">
            <a:avLst/>
          </a:prstGeom>
          <a:solidFill>
            <a:srgbClr val="00B0F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/>
              <a:t>Compiler</a:t>
            </a:r>
            <a:endParaRPr lang="zh-TW" altLang="en-US" sz="2400" b="1" dirty="0"/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4EB8FF63-F2D1-0287-7902-9C005F32706E}"/>
              </a:ext>
            </a:extLst>
          </p:cNvPr>
          <p:cNvCxnSpPr>
            <a:cxnSpLocks/>
            <a:stCxn id="43" idx="3"/>
            <a:endCxn id="120" idx="1"/>
          </p:cNvCxnSpPr>
          <p:nvPr/>
        </p:nvCxnSpPr>
        <p:spPr>
          <a:xfrm>
            <a:off x="6534386" y="2717199"/>
            <a:ext cx="323297" cy="18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CC15D1F9-DD12-4C55-FCA6-30701C5EDBF4}"/>
              </a:ext>
            </a:extLst>
          </p:cNvPr>
          <p:cNvCxnSpPr>
            <a:cxnSpLocks/>
            <a:endCxn id="94" idx="1"/>
          </p:cNvCxnSpPr>
          <p:nvPr/>
        </p:nvCxnSpPr>
        <p:spPr>
          <a:xfrm>
            <a:off x="9438529" y="3452712"/>
            <a:ext cx="47835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F803DAFC-7C9F-E10E-BD9E-FFD63954C88F}"/>
              </a:ext>
            </a:extLst>
          </p:cNvPr>
          <p:cNvGrpSpPr/>
          <p:nvPr/>
        </p:nvGrpSpPr>
        <p:grpSpPr>
          <a:xfrm>
            <a:off x="433202" y="2891804"/>
            <a:ext cx="1222917" cy="1051559"/>
            <a:chOff x="1847460" y="2916395"/>
            <a:chExt cx="2284255" cy="1217063"/>
          </a:xfrm>
        </p:grpSpPr>
        <p:sp>
          <p:nvSpPr>
            <p:cNvPr id="90" name="矩形: 摺角紙張 89">
              <a:extLst>
                <a:ext uri="{FF2B5EF4-FFF2-40B4-BE49-F238E27FC236}">
                  <a16:creationId xmlns:a16="http://schemas.microsoft.com/office/drawing/2014/main" id="{6477A0E2-FF35-77EF-C75E-85591C7AA885}"/>
                </a:ext>
              </a:extLst>
            </p:cNvPr>
            <p:cNvSpPr/>
            <p:nvPr/>
          </p:nvSpPr>
          <p:spPr>
            <a:xfrm flipV="1">
              <a:off x="1847460" y="2916395"/>
              <a:ext cx="2284255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F9E89305-5881-ACBC-8CC5-3B52F46B17BA}"/>
                </a:ext>
              </a:extLst>
            </p:cNvPr>
            <p:cNvSpPr txBox="1"/>
            <p:nvPr/>
          </p:nvSpPr>
          <p:spPr>
            <a:xfrm>
              <a:off x="1862896" y="3248646"/>
              <a:ext cx="2268819" cy="53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sub.c</a:t>
              </a:r>
              <a:endPara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7CC8FB81-891D-2BAA-05E5-8B5DA169EC29}"/>
              </a:ext>
            </a:extLst>
          </p:cNvPr>
          <p:cNvGrpSpPr/>
          <p:nvPr/>
        </p:nvGrpSpPr>
        <p:grpSpPr>
          <a:xfrm>
            <a:off x="431294" y="4201152"/>
            <a:ext cx="1222917" cy="1051559"/>
            <a:chOff x="1847460" y="2916395"/>
            <a:chExt cx="2284255" cy="1217063"/>
          </a:xfrm>
        </p:grpSpPr>
        <p:sp>
          <p:nvSpPr>
            <p:cNvPr id="97" name="矩形: 摺角紙張 96">
              <a:extLst>
                <a:ext uri="{FF2B5EF4-FFF2-40B4-BE49-F238E27FC236}">
                  <a16:creationId xmlns:a16="http://schemas.microsoft.com/office/drawing/2014/main" id="{89C4EE5D-26D6-8F89-4639-8DB9E3CA554C}"/>
                </a:ext>
              </a:extLst>
            </p:cNvPr>
            <p:cNvSpPr/>
            <p:nvPr/>
          </p:nvSpPr>
          <p:spPr>
            <a:xfrm flipV="1">
              <a:off x="1847460" y="2916395"/>
              <a:ext cx="2284255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C85C946A-DF6D-DD0D-B9ED-A45EAF2070E8}"/>
                </a:ext>
              </a:extLst>
            </p:cNvPr>
            <p:cNvSpPr txBox="1"/>
            <p:nvPr/>
          </p:nvSpPr>
          <p:spPr>
            <a:xfrm>
              <a:off x="1862896" y="3248646"/>
              <a:ext cx="2268819" cy="53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main.c</a:t>
              </a:r>
              <a:endPara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B6FAFB4F-13CD-42DE-1F63-95B863DBF814}"/>
              </a:ext>
            </a:extLst>
          </p:cNvPr>
          <p:cNvGrpSpPr/>
          <p:nvPr/>
        </p:nvGrpSpPr>
        <p:grpSpPr>
          <a:xfrm>
            <a:off x="3781958" y="1582456"/>
            <a:ext cx="1222917" cy="1051559"/>
            <a:chOff x="1847460" y="2916395"/>
            <a:chExt cx="2284255" cy="1217063"/>
          </a:xfrm>
        </p:grpSpPr>
        <p:sp>
          <p:nvSpPr>
            <p:cNvPr id="103" name="矩形: 摺角紙張 102">
              <a:extLst>
                <a:ext uri="{FF2B5EF4-FFF2-40B4-BE49-F238E27FC236}">
                  <a16:creationId xmlns:a16="http://schemas.microsoft.com/office/drawing/2014/main" id="{678A7F2B-6FF8-088C-DB1F-1548CF7CA26B}"/>
                </a:ext>
              </a:extLst>
            </p:cNvPr>
            <p:cNvSpPr/>
            <p:nvPr/>
          </p:nvSpPr>
          <p:spPr>
            <a:xfrm flipV="1">
              <a:off x="1847460" y="2916395"/>
              <a:ext cx="2284255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0A78305A-42C6-6E74-3EEF-211F7391CC36}"/>
                </a:ext>
              </a:extLst>
            </p:cNvPr>
            <p:cNvSpPr txBox="1"/>
            <p:nvPr/>
          </p:nvSpPr>
          <p:spPr>
            <a:xfrm>
              <a:off x="1862896" y="3248646"/>
              <a:ext cx="2268819" cy="53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add.o</a:t>
              </a:r>
              <a:endPara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2AD28B5E-1ED3-CBFB-0C09-05DB2FBB78A8}"/>
              </a:ext>
            </a:extLst>
          </p:cNvPr>
          <p:cNvGrpSpPr/>
          <p:nvPr/>
        </p:nvGrpSpPr>
        <p:grpSpPr>
          <a:xfrm>
            <a:off x="3781958" y="2891804"/>
            <a:ext cx="1222917" cy="1051559"/>
            <a:chOff x="1847460" y="2916395"/>
            <a:chExt cx="2284255" cy="1217063"/>
          </a:xfrm>
        </p:grpSpPr>
        <p:sp>
          <p:nvSpPr>
            <p:cNvPr id="106" name="矩形: 摺角紙張 105">
              <a:extLst>
                <a:ext uri="{FF2B5EF4-FFF2-40B4-BE49-F238E27FC236}">
                  <a16:creationId xmlns:a16="http://schemas.microsoft.com/office/drawing/2014/main" id="{1A8355B0-03CA-91A7-4F19-7C2A52171C2C}"/>
                </a:ext>
              </a:extLst>
            </p:cNvPr>
            <p:cNvSpPr/>
            <p:nvPr/>
          </p:nvSpPr>
          <p:spPr>
            <a:xfrm flipV="1">
              <a:off x="1847460" y="2916395"/>
              <a:ext cx="2284255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B7D03427-58B1-CD60-1964-8F1F536C8716}"/>
                </a:ext>
              </a:extLst>
            </p:cNvPr>
            <p:cNvSpPr txBox="1"/>
            <p:nvPr/>
          </p:nvSpPr>
          <p:spPr>
            <a:xfrm>
              <a:off x="1862896" y="3248646"/>
              <a:ext cx="2268819" cy="53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sub.o</a:t>
              </a:r>
              <a:endPara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17AC090C-A50C-CEDF-52AF-88D084A15B51}"/>
              </a:ext>
            </a:extLst>
          </p:cNvPr>
          <p:cNvGrpSpPr/>
          <p:nvPr/>
        </p:nvGrpSpPr>
        <p:grpSpPr>
          <a:xfrm>
            <a:off x="6849418" y="4201151"/>
            <a:ext cx="1222917" cy="1051559"/>
            <a:chOff x="1847460" y="2916395"/>
            <a:chExt cx="2284255" cy="1217063"/>
          </a:xfrm>
        </p:grpSpPr>
        <p:sp>
          <p:nvSpPr>
            <p:cNvPr id="109" name="矩形: 摺角紙張 108">
              <a:extLst>
                <a:ext uri="{FF2B5EF4-FFF2-40B4-BE49-F238E27FC236}">
                  <a16:creationId xmlns:a16="http://schemas.microsoft.com/office/drawing/2014/main" id="{B8BB71B6-0448-E9F3-374C-7C759CDA6913}"/>
                </a:ext>
              </a:extLst>
            </p:cNvPr>
            <p:cNvSpPr/>
            <p:nvPr/>
          </p:nvSpPr>
          <p:spPr>
            <a:xfrm flipV="1">
              <a:off x="1847460" y="2916395"/>
              <a:ext cx="2284255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AEBAE6C5-5FFE-6A30-BACF-F9AB8AF49CA0}"/>
                </a:ext>
              </a:extLst>
            </p:cNvPr>
            <p:cNvSpPr txBox="1"/>
            <p:nvPr/>
          </p:nvSpPr>
          <p:spPr>
            <a:xfrm>
              <a:off x="1862896" y="3248646"/>
              <a:ext cx="2268819" cy="53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main.o</a:t>
              </a:r>
              <a:endPara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7A71F8F3-56D2-D363-C31B-D1C43797DE66}"/>
              </a:ext>
            </a:extLst>
          </p:cNvPr>
          <p:cNvGrpSpPr/>
          <p:nvPr/>
        </p:nvGrpSpPr>
        <p:grpSpPr>
          <a:xfrm>
            <a:off x="6849419" y="2201186"/>
            <a:ext cx="1222917" cy="1051559"/>
            <a:chOff x="1847460" y="2916394"/>
            <a:chExt cx="2284255" cy="1217063"/>
          </a:xfrm>
        </p:grpSpPr>
        <p:sp>
          <p:nvSpPr>
            <p:cNvPr id="119" name="矩形: 摺角紙張 118">
              <a:extLst>
                <a:ext uri="{FF2B5EF4-FFF2-40B4-BE49-F238E27FC236}">
                  <a16:creationId xmlns:a16="http://schemas.microsoft.com/office/drawing/2014/main" id="{3A400958-5D09-5B22-759E-F153EA28937A}"/>
                </a:ext>
              </a:extLst>
            </p:cNvPr>
            <p:cNvSpPr/>
            <p:nvPr/>
          </p:nvSpPr>
          <p:spPr>
            <a:xfrm flipV="1">
              <a:off x="1847460" y="2916394"/>
              <a:ext cx="2284255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947CF92D-3E6B-A106-E619-C0DD228C61C4}"/>
                </a:ext>
              </a:extLst>
            </p:cNvPr>
            <p:cNvSpPr txBox="1"/>
            <p:nvPr/>
          </p:nvSpPr>
          <p:spPr>
            <a:xfrm>
              <a:off x="1862896" y="3248646"/>
              <a:ext cx="2268819" cy="53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lib.so</a:t>
              </a:r>
              <a:endPara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7E0464ED-C94E-3E8E-9958-F29F32FCBDBB}"/>
              </a:ext>
            </a:extLst>
          </p:cNvPr>
          <p:cNvSpPr/>
          <p:nvPr/>
        </p:nvSpPr>
        <p:spPr>
          <a:xfrm>
            <a:off x="8387368" y="1869525"/>
            <a:ext cx="1214922" cy="2976518"/>
          </a:xfrm>
          <a:prstGeom prst="rect">
            <a:avLst/>
          </a:prstGeom>
          <a:solidFill>
            <a:srgbClr val="00B0F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/>
              <a:t>linker</a:t>
            </a:r>
            <a:endParaRPr lang="zh-TW" altLang="en-US" b="1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17D6B4F-0CBB-D17C-F5A9-8021C3B4C9FB}"/>
              </a:ext>
            </a:extLst>
          </p:cNvPr>
          <p:cNvSpPr/>
          <p:nvPr/>
        </p:nvSpPr>
        <p:spPr>
          <a:xfrm>
            <a:off x="5319907" y="1891255"/>
            <a:ext cx="1214479" cy="1651888"/>
          </a:xfrm>
          <a:prstGeom prst="rect">
            <a:avLst/>
          </a:prstGeom>
          <a:solidFill>
            <a:srgbClr val="00B0F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/>
              <a:t>linker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460298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6" grpId="0" animBg="1"/>
      <p:bldP spid="4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19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Definition </a:t>
            </a: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(3/3)</a:t>
            </a:r>
          </a:p>
        </p:txBody>
      </p: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5B2703A1-C565-C01E-51BF-128686A133F2}"/>
              </a:ext>
            </a:extLst>
          </p:cNvPr>
          <p:cNvGrpSpPr/>
          <p:nvPr/>
        </p:nvGrpSpPr>
        <p:grpSpPr>
          <a:xfrm>
            <a:off x="2743457" y="3388881"/>
            <a:ext cx="1928043" cy="1051559"/>
            <a:chOff x="1847460" y="2916396"/>
            <a:chExt cx="2284256" cy="1217063"/>
          </a:xfrm>
        </p:grpSpPr>
        <p:sp>
          <p:nvSpPr>
            <p:cNvPr id="93" name="矩形: 摺角紙張 92">
              <a:extLst>
                <a:ext uri="{FF2B5EF4-FFF2-40B4-BE49-F238E27FC236}">
                  <a16:creationId xmlns:a16="http://schemas.microsoft.com/office/drawing/2014/main" id="{A93AE403-A22E-B128-4DA2-B100ECCB7C36}"/>
                </a:ext>
              </a:extLst>
            </p:cNvPr>
            <p:cNvSpPr/>
            <p:nvPr/>
          </p:nvSpPr>
          <p:spPr>
            <a:xfrm flipV="1">
              <a:off x="1847460" y="2916396"/>
              <a:ext cx="2284256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文字方塊 93">
              <a:extLst>
                <a:ext uri="{FF2B5EF4-FFF2-40B4-BE49-F238E27FC236}">
                  <a16:creationId xmlns:a16="http://schemas.microsoft.com/office/drawing/2014/main" id="{5BCD3740-5312-EC1A-730F-4CE254822A56}"/>
                </a:ext>
              </a:extLst>
            </p:cNvPr>
            <p:cNvSpPr txBox="1"/>
            <p:nvPr/>
          </p:nvSpPr>
          <p:spPr>
            <a:xfrm>
              <a:off x="1847460" y="3061943"/>
              <a:ext cx="2284256" cy="9617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Executable</a:t>
              </a:r>
            </a:p>
            <a:p>
              <a:pPr algn="ctr"/>
              <a:r>
                <a:rPr lang="en-US" altLang="zh-TW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file</a:t>
              </a: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83ACF086-56A8-0ACB-073E-57C010C16D75}"/>
              </a:ext>
            </a:extLst>
          </p:cNvPr>
          <p:cNvGrpSpPr/>
          <p:nvPr/>
        </p:nvGrpSpPr>
        <p:grpSpPr>
          <a:xfrm>
            <a:off x="2743458" y="2051322"/>
            <a:ext cx="1928043" cy="1051559"/>
            <a:chOff x="1847460" y="2916396"/>
            <a:chExt cx="2284256" cy="1217063"/>
          </a:xfrm>
          <a:solidFill>
            <a:schemeClr val="bg2">
              <a:lumMod val="50000"/>
            </a:schemeClr>
          </a:solidFill>
        </p:grpSpPr>
        <p:sp>
          <p:nvSpPr>
            <p:cNvPr id="12" name="矩形: 摺角紙張 11">
              <a:extLst>
                <a:ext uri="{FF2B5EF4-FFF2-40B4-BE49-F238E27FC236}">
                  <a16:creationId xmlns:a16="http://schemas.microsoft.com/office/drawing/2014/main" id="{B4FF420C-4751-FEBB-374C-84842F697927}"/>
                </a:ext>
              </a:extLst>
            </p:cNvPr>
            <p:cNvSpPr/>
            <p:nvPr/>
          </p:nvSpPr>
          <p:spPr>
            <a:xfrm flipV="1">
              <a:off x="1847460" y="2916396"/>
              <a:ext cx="2284256" cy="1217063"/>
            </a:xfrm>
            <a:prstGeom prst="foldedCorner">
              <a:avLst>
                <a:gd name="adj" fmla="val 174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E051DB3D-5852-6FEA-727D-253507FE1DBD}"/>
                </a:ext>
              </a:extLst>
            </p:cNvPr>
            <p:cNvSpPr txBox="1"/>
            <p:nvPr/>
          </p:nvSpPr>
          <p:spPr>
            <a:xfrm>
              <a:off x="1847460" y="3061943"/>
              <a:ext cx="2284256" cy="961787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Executable</a:t>
              </a:r>
            </a:p>
            <a:p>
              <a:pPr algn="ctr"/>
              <a:r>
                <a:rPr lang="en-US" altLang="zh-TW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file</a:t>
              </a: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678C2ED-460C-198E-A726-D66C495347FF}"/>
              </a:ext>
            </a:extLst>
          </p:cNvPr>
          <p:cNvGrpSpPr/>
          <p:nvPr/>
        </p:nvGrpSpPr>
        <p:grpSpPr>
          <a:xfrm>
            <a:off x="2743458" y="4726441"/>
            <a:ext cx="1928043" cy="1051559"/>
            <a:chOff x="1847460" y="2916396"/>
            <a:chExt cx="2284256" cy="1217063"/>
          </a:xfrm>
        </p:grpSpPr>
        <p:sp>
          <p:nvSpPr>
            <p:cNvPr id="24" name="矩形: 摺角紙張 23">
              <a:extLst>
                <a:ext uri="{FF2B5EF4-FFF2-40B4-BE49-F238E27FC236}">
                  <a16:creationId xmlns:a16="http://schemas.microsoft.com/office/drawing/2014/main" id="{7B3BA91E-97EB-94C7-3D02-2F2BD6DF4334}"/>
                </a:ext>
              </a:extLst>
            </p:cNvPr>
            <p:cNvSpPr/>
            <p:nvPr/>
          </p:nvSpPr>
          <p:spPr>
            <a:xfrm flipV="1">
              <a:off x="1847460" y="2916396"/>
              <a:ext cx="2284256" cy="1217063"/>
            </a:xfrm>
            <a:prstGeom prst="foldedCorner">
              <a:avLst>
                <a:gd name="adj" fmla="val 17422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895B63A5-761D-E7A0-8EBE-5B1B67170426}"/>
                </a:ext>
              </a:extLst>
            </p:cNvPr>
            <p:cNvSpPr txBox="1"/>
            <p:nvPr/>
          </p:nvSpPr>
          <p:spPr>
            <a:xfrm>
              <a:off x="1847460" y="3061943"/>
              <a:ext cx="2284256" cy="9617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Executable</a:t>
              </a:r>
            </a:p>
            <a:p>
              <a:pPr algn="ctr"/>
              <a:r>
                <a:rPr lang="en-US" altLang="zh-TW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file</a:t>
              </a: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D4BCDBB0-4699-FF08-B96E-A4C19A6D3E3E}"/>
              </a:ext>
            </a:extLst>
          </p:cNvPr>
          <p:cNvSpPr/>
          <p:nvPr/>
        </p:nvSpPr>
        <p:spPr>
          <a:xfrm>
            <a:off x="7520501" y="1809946"/>
            <a:ext cx="1800870" cy="4204356"/>
          </a:xfrm>
          <a:prstGeom prst="rect">
            <a:avLst/>
          </a:prstGeom>
          <a:solidFill>
            <a:srgbClr val="00B0F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90FA5B31-3198-EDF5-A117-C388BAA5074C}"/>
              </a:ext>
            </a:extLst>
          </p:cNvPr>
          <p:cNvCxnSpPr>
            <a:cxnSpLocks/>
            <a:stCxn id="21" idx="3"/>
            <a:endCxn id="39" idx="1"/>
          </p:cNvCxnSpPr>
          <p:nvPr/>
        </p:nvCxnSpPr>
        <p:spPr>
          <a:xfrm flipV="1">
            <a:off x="4671501" y="2422689"/>
            <a:ext cx="2849000" cy="1698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DFE74A07-7C4F-8077-686D-2500659DF335}"/>
              </a:ext>
            </a:extLst>
          </p:cNvPr>
          <p:cNvCxnSpPr>
            <a:cxnSpLocks/>
            <a:stCxn id="94" idx="3"/>
            <a:endCxn id="39" idx="1"/>
          </p:cNvCxnSpPr>
          <p:nvPr/>
        </p:nvCxnSpPr>
        <p:spPr>
          <a:xfrm flipV="1">
            <a:off x="4671500" y="2422689"/>
            <a:ext cx="2849001" cy="15074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810AB38D-F5B9-49DC-8051-019C38CB4801}"/>
              </a:ext>
            </a:extLst>
          </p:cNvPr>
          <p:cNvCxnSpPr>
            <a:cxnSpLocks/>
            <a:stCxn id="26" idx="3"/>
            <a:endCxn id="41" idx="1"/>
          </p:cNvCxnSpPr>
          <p:nvPr/>
        </p:nvCxnSpPr>
        <p:spPr>
          <a:xfrm>
            <a:off x="4671501" y="5267695"/>
            <a:ext cx="2849000" cy="792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521C2047-D635-799E-720E-127C65C008DA}"/>
              </a:ext>
            </a:extLst>
          </p:cNvPr>
          <p:cNvSpPr/>
          <p:nvPr/>
        </p:nvSpPr>
        <p:spPr>
          <a:xfrm>
            <a:off x="7520501" y="2007190"/>
            <a:ext cx="1800870" cy="830997"/>
          </a:xfrm>
          <a:prstGeom prst="rect">
            <a:avLst/>
          </a:prstGeom>
          <a:solidFill>
            <a:srgbClr val="FFC00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6EAA157-E918-D4A7-F754-B322812AC989}"/>
              </a:ext>
            </a:extLst>
          </p:cNvPr>
          <p:cNvSpPr/>
          <p:nvPr/>
        </p:nvSpPr>
        <p:spPr>
          <a:xfrm>
            <a:off x="7520501" y="3016677"/>
            <a:ext cx="1800870" cy="830997"/>
          </a:xfrm>
          <a:prstGeom prst="rect">
            <a:avLst/>
          </a:prstGeom>
          <a:solidFill>
            <a:srgbClr val="FFC00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4C5CE12-07CE-87EB-95D1-C1AD9C3A4A95}"/>
              </a:ext>
            </a:extLst>
          </p:cNvPr>
          <p:cNvSpPr/>
          <p:nvPr/>
        </p:nvSpPr>
        <p:spPr>
          <a:xfrm>
            <a:off x="7520501" y="4931470"/>
            <a:ext cx="1800870" cy="830997"/>
          </a:xfrm>
          <a:prstGeom prst="rect">
            <a:avLst/>
          </a:prstGeom>
          <a:solidFill>
            <a:srgbClr val="FFC00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9E81556-598E-8481-9FFA-D3AAFA9B4A4C}"/>
              </a:ext>
            </a:extLst>
          </p:cNvPr>
          <p:cNvSpPr/>
          <p:nvPr/>
        </p:nvSpPr>
        <p:spPr>
          <a:xfrm>
            <a:off x="7520501" y="2007191"/>
            <a:ext cx="1800870" cy="308974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lib.so</a:t>
            </a:r>
            <a:endParaRPr lang="zh-TW" altLang="en-US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0A2A051-5A28-C81F-7FB2-009B593A5C97}"/>
              </a:ext>
            </a:extLst>
          </p:cNvPr>
          <p:cNvSpPr/>
          <p:nvPr/>
        </p:nvSpPr>
        <p:spPr>
          <a:xfrm>
            <a:off x="7520501" y="3016677"/>
            <a:ext cx="1800870" cy="308974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err="1"/>
              <a:t>libraryB</a:t>
            </a:r>
            <a:endParaRPr lang="zh-TW" altLang="en-US" b="1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D4046C8-DBEF-7C3B-15C2-7A070C41B09E}"/>
              </a:ext>
            </a:extLst>
          </p:cNvPr>
          <p:cNvSpPr/>
          <p:nvPr/>
        </p:nvSpPr>
        <p:spPr>
          <a:xfrm>
            <a:off x="7520501" y="4931462"/>
            <a:ext cx="1800870" cy="308974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err="1"/>
              <a:t>libraryC</a:t>
            </a:r>
            <a:endParaRPr lang="zh-TW" altLang="en-US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E0D07DB-B8DF-8967-4799-A7B8E018BB7C}"/>
              </a:ext>
            </a:extLst>
          </p:cNvPr>
          <p:cNvSpPr txBox="1"/>
          <p:nvPr/>
        </p:nvSpPr>
        <p:spPr>
          <a:xfrm>
            <a:off x="5416217" y="1282885"/>
            <a:ext cx="1359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chemeClr val="bg1"/>
                </a:solidFill>
              </a:rPr>
              <a:t>Loader</a:t>
            </a:r>
            <a:endParaRPr lang="zh-TW" alt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655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20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Outline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357347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Introduction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Static Library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rgbClr val="FFFF00"/>
                </a:solidFill>
                <a:latin typeface="Consolas" panose="020B0609020204030204" pitchFamily="49" charset="0"/>
                <a:ea typeface="新細明體"/>
                <a:cs typeface="Calibri"/>
              </a:rPr>
              <a:t>Dynamic Library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Definition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rgbClr val="FFFF00"/>
                </a:solidFill>
                <a:latin typeface="Consolas" panose="020B0609020204030204" pitchFamily="49" charset="0"/>
                <a:ea typeface="新細明體"/>
                <a:cs typeface="Calibri"/>
              </a:rPr>
              <a:t>Create a Dynamic Library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Exercise 2</a:t>
            </a:r>
          </a:p>
        </p:txBody>
      </p:sp>
    </p:spTree>
    <p:extLst>
      <p:ext uri="{BB962C8B-B14F-4D97-AF65-F5344CB8AC3E}">
        <p14:creationId xmlns:p14="http://schemas.microsoft.com/office/powerpoint/2010/main" val="27415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21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Create a Dynamic Library (1/4)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68560D7-E99E-5A00-6593-6F5BA5AA1911}"/>
              </a:ext>
            </a:extLst>
          </p:cNvPr>
          <p:cNvSpPr txBox="1"/>
          <p:nvPr/>
        </p:nvSpPr>
        <p:spPr>
          <a:xfrm>
            <a:off x="1025128" y="1359868"/>
            <a:ext cx="10141744" cy="296510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我們使用前面</a:t>
            </a:r>
            <a:r>
              <a:rPr lang="en-US" altLang="zh-TW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example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的程式碼，輸入以下指令</a:t>
            </a:r>
            <a:endParaRPr lang="en-US" altLang="zh-TW" sz="24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gcc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–c –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fPIC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add.c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sub.c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1371600" lvl="2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-</a:t>
            </a:r>
            <a:r>
              <a:rPr lang="en-US" altLang="zh-TW" sz="20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fPIC</a:t>
            </a:r>
            <a:r>
              <a:rPr lang="en-US" altLang="zh-TW" sz="20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: generate position-independent code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gcc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add.o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sub.o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-shared –o lib.so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gcc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main.c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–L. lib.so –o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example_dynamic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9867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22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Create a Dynamic Library (2/4)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68560D7-E99E-5A00-6593-6F5BA5AA1911}"/>
              </a:ext>
            </a:extLst>
          </p:cNvPr>
          <p:cNvSpPr txBox="1"/>
          <p:nvPr/>
        </p:nvSpPr>
        <p:spPr>
          <a:xfrm>
            <a:off x="1025128" y="1359868"/>
            <a:ext cx="10141744" cy="174836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但是執行的時候，卻回報說找不到 </a:t>
            </a: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library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原因是我們的 </a:t>
            </a: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library</a:t>
            </a: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沒有在 </a:t>
            </a: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dynamic linker </a:t>
            </a: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清單中</a:t>
            </a:r>
            <a:endParaRPr lang="en-US" altLang="zh-TW" sz="240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而絕大部分的 </a:t>
            </a: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shared library </a:t>
            </a: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都放在 </a:t>
            </a:r>
            <a:r>
              <a:rPr lang="en-US" altLang="zh-TW" sz="2400" b="1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/lib</a:t>
            </a:r>
            <a:r>
              <a:rPr lang="zh-TW" altLang="en-US" sz="2400" b="1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或</a:t>
            </a: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en-US" altLang="zh-TW" sz="2400" b="1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/usr/lib </a:t>
            </a: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中</a:t>
            </a:r>
            <a:endParaRPr lang="en-US" altLang="zh-TW" sz="240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087AA21-DA8B-C0A2-68CB-5AA7D1692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21" y="3594940"/>
            <a:ext cx="11022358" cy="117106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1633FB8-E49B-2E50-E740-88B70652FF4F}"/>
              </a:ext>
            </a:extLst>
          </p:cNvPr>
          <p:cNvSpPr/>
          <p:nvPr/>
        </p:nvSpPr>
        <p:spPr>
          <a:xfrm>
            <a:off x="584820" y="4180471"/>
            <a:ext cx="11022357" cy="3674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9105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23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Create a Dynamic Library (3/4)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68560D7-E99E-5A00-6593-6F5BA5AA1911}"/>
              </a:ext>
            </a:extLst>
          </p:cNvPr>
          <p:cNvSpPr txBox="1"/>
          <p:nvPr/>
        </p:nvSpPr>
        <p:spPr>
          <a:xfrm>
            <a:off x="1025128" y="1359868"/>
            <a:ext cx="10141744" cy="53040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因此只要複製 </a:t>
            </a: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lib.so </a:t>
            </a: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到 </a:t>
            </a:r>
            <a:r>
              <a:rPr lang="en-US" altLang="zh-TW" sz="2400" b="1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/lib</a:t>
            </a:r>
            <a:r>
              <a:rPr lang="zh-TW" altLang="en-US" sz="2400" b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即可</a:t>
            </a:r>
            <a:endParaRPr lang="en-US" altLang="zh-TW" sz="2400" b="1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177A781-45CD-F253-C27F-6D5FCBA15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017" y="2830283"/>
            <a:ext cx="9067966" cy="148241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A7479E8-7576-F5AA-5684-1BD3FD9FC663}"/>
              </a:ext>
            </a:extLst>
          </p:cNvPr>
          <p:cNvSpPr/>
          <p:nvPr/>
        </p:nvSpPr>
        <p:spPr>
          <a:xfrm>
            <a:off x="6949526" y="2801235"/>
            <a:ext cx="3680458" cy="266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6487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24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Create a Dynamic Library (4/4)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F210402-34F9-85B6-A6AA-5C2A72065D00}"/>
              </a:ext>
            </a:extLst>
          </p:cNvPr>
          <p:cNvSpPr txBox="1"/>
          <p:nvPr/>
        </p:nvSpPr>
        <p:spPr>
          <a:xfrm>
            <a:off x="1025128" y="1359868"/>
            <a:ext cx="10141744" cy="5316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Command </a:t>
            </a:r>
            <a:r>
              <a:rPr lang="en-US" altLang="zh-TW" sz="2400" b="1">
                <a:solidFill>
                  <a:srgbClr val="FFFF00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"ldd"</a:t>
            </a: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:</a:t>
            </a:r>
            <a:r>
              <a:rPr lang="zh-TW" altLang="en-US" sz="2400" b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r>
              <a:rPr lang="zh-TW" altLang="en-US" sz="240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列出該程式使用到的 </a:t>
            </a:r>
            <a:r>
              <a:rPr lang="en-US" altLang="zh-TW" sz="2400" b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share library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277154C-87E5-514F-68C6-A9C93AE39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797" y="2852100"/>
            <a:ext cx="9560405" cy="143999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56F1780-B1E2-3BF9-2BF9-D6979D097F2A}"/>
              </a:ext>
            </a:extLst>
          </p:cNvPr>
          <p:cNvSpPr/>
          <p:nvPr/>
        </p:nvSpPr>
        <p:spPr>
          <a:xfrm>
            <a:off x="2378241" y="3391625"/>
            <a:ext cx="5466347" cy="2780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2382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25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Outline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357347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Introduction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Static Library</a:t>
            </a: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新細明體"/>
                <a:cs typeface="Calibri"/>
              </a:rPr>
              <a:t>Dynamic Library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Definition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Create a Dynamic Library</a:t>
            </a:r>
          </a:p>
          <a:p>
            <a:pPr marL="914400" lvl="1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  <a:ea typeface="新細明體"/>
                <a:cs typeface="Calibri"/>
              </a:rPr>
              <a:t>Exercise 2</a:t>
            </a:r>
          </a:p>
        </p:txBody>
      </p:sp>
    </p:spTree>
    <p:extLst>
      <p:ext uri="{BB962C8B-B14F-4D97-AF65-F5344CB8AC3E}">
        <p14:creationId xmlns:p14="http://schemas.microsoft.com/office/powerpoint/2010/main" val="3749855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26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 dirty="0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 dirty="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Exercise 2 (1/2)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alibri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72DC90-628C-EF03-12E6-B6CA9CAE3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5128" y="1359868"/>
            <a:ext cx="10141744" cy="270862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請使用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Exercise 1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的兩支程式，並使用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shared library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的方式編譯</a:t>
            </a:r>
            <a:endParaRPr lang="en-US" altLang="zh-TW" sz="2400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成功後，請使用 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ls –l 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指令比較檔案的大小</a:t>
            </a:r>
            <a:endParaRPr lang="en-US" altLang="zh-TW" sz="2400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  <a:p>
            <a:pPr marL="457200" indent="-4572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現場 </a:t>
            </a:r>
            <a:r>
              <a:rPr lang="en-US" altLang="zh-TW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Demo</a:t>
            </a:r>
            <a:r>
              <a:rPr lang="zh-TW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如下頁執行一次即可，做不完也可以回家截圖並上傳至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iLearning</a:t>
            </a: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  <a:ea typeface="華康中特圓體" panose="020F0809000000000000" pitchFamily="49" charset="-120"/>
                <a:cs typeface="Calibri"/>
              </a:rPr>
              <a:t> 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  <a:ea typeface="華康中特圓體" panose="020F0809000000000000" pitchFamily="49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7593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>
                <a:latin typeface="Consolas" panose="020B0609020204030204" pitchFamily="49" charset="0"/>
              </a:rPr>
              <a:t>27</a:t>
            </a:fld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1159E9-365B-02BC-5464-81BA27672C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 dirty="0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 dirty="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2E92F5-690E-0E76-6228-65945268D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$</a:t>
            </a:r>
            <a:endParaRPr lang="zh-TW" sz="6000" i="1">
              <a:latin typeface="Consolas" panose="020B0609020204030204" pitchFamily="49" charset="0"/>
            </a:endParaRPr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816F6109-DE76-FCE7-9C7C-5E8B8D9BA3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40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Exercise 2</a:t>
            </a:r>
            <a:r>
              <a:rPr lang="zh-TW" altLang="en-US" sz="40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 </a:t>
            </a:r>
            <a:r>
              <a:rPr lang="en-US" altLang="zh-TW" sz="4000" b="1" dirty="0">
                <a:solidFill>
                  <a:schemeClr val="bg1"/>
                </a:solidFill>
                <a:latin typeface="Consolas" panose="020B0609020204030204" pitchFamily="49" charset="0"/>
                <a:ea typeface="新細明體"/>
                <a:cs typeface="Calibri"/>
              </a:rPr>
              <a:t>(2/2)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alibri"/>
            </a:endParaRPr>
          </a:p>
        </p:txBody>
      </p:sp>
      <p:pic>
        <p:nvPicPr>
          <p:cNvPr id="6" name="圖片 5" descr="一張含有 文字, 螢幕擷取畫面, 字型 的圖片">
            <a:extLst>
              <a:ext uri="{FF2B5EF4-FFF2-40B4-BE49-F238E27FC236}">
                <a16:creationId xmlns:a16="http://schemas.microsoft.com/office/drawing/2014/main" id="{EB755525-C7D9-50AE-ABFF-00C4D0710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289" y="1456031"/>
            <a:ext cx="8265421" cy="469025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BE5CFD0-A8B1-D382-A5CA-C6F8BE41C59B}"/>
              </a:ext>
            </a:extLst>
          </p:cNvPr>
          <p:cNvSpPr/>
          <p:nvPr/>
        </p:nvSpPr>
        <p:spPr>
          <a:xfrm>
            <a:off x="6096000" y="4138862"/>
            <a:ext cx="545432" cy="3850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52694F-F907-69AB-FA26-052F43EACF9B}"/>
              </a:ext>
            </a:extLst>
          </p:cNvPr>
          <p:cNvSpPr/>
          <p:nvPr/>
        </p:nvSpPr>
        <p:spPr>
          <a:xfrm>
            <a:off x="8017041" y="4138862"/>
            <a:ext cx="934453" cy="3850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8160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13" name="標題 12">
            <a:extLst>
              <a:ext uri="{FF2B5EF4-FFF2-40B4-BE49-F238E27FC236}">
                <a16:creationId xmlns:a16="http://schemas.microsoft.com/office/drawing/2014/main" id="{A622C7FD-5A78-80EC-8949-7B3836DF29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618389" y="1407914"/>
            <a:ext cx="7101901" cy="193899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Thanks for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your listening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3B3DB47-A296-E215-293B-32F81B7F83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48653"/>
            <a:ext cx="1618389" cy="230832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&gt;</a:t>
            </a:r>
            <a:endParaRPr lang="zh-TW" sz="14400">
              <a:latin typeface="Consolas" panose="020B0609020204030204" pitchFamily="49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B409275-3F93-50AF-44B4-8899F8F2CEF9}"/>
              </a:ext>
            </a:extLst>
          </p:cNvPr>
          <p:cNvSpPr txBox="1"/>
          <p:nvPr/>
        </p:nvSpPr>
        <p:spPr>
          <a:xfrm>
            <a:off x="3973557" y="6550223"/>
            <a:ext cx="424488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 dirty="0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altLang="zh-TW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587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urpleRed">
      <a:majorFont>
        <a:latin typeface="Consolas"/>
        <a:ea typeface="華康中特圓體"/>
        <a:cs typeface=""/>
      </a:majorFont>
      <a:minorFont>
        <a:latin typeface="Consolas"/>
        <a:ea typeface="華康中特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4755</TotalTime>
  <Words>1577</Words>
  <Application>Microsoft Office PowerPoint</Application>
  <PresentationFormat>寬螢幕</PresentationFormat>
  <Paragraphs>331</Paragraphs>
  <Slides>28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2" baseType="lpstr">
      <vt:lpstr>Consolas</vt:lpstr>
      <vt:lpstr>Arial</vt:lpstr>
      <vt:lpstr>Calibri</vt:lpstr>
      <vt:lpstr>Office 佈景主題</vt:lpstr>
      <vt:lpstr>PowerPoint 簡報</vt:lpstr>
      <vt:lpstr>Outline</vt:lpstr>
      <vt:lpstr>Introduction (1/3)</vt:lpstr>
      <vt:lpstr>Introduction (2/3)</vt:lpstr>
      <vt:lpstr>Introduction (3/3)</vt:lpstr>
      <vt:lpstr>Outline</vt:lpstr>
      <vt:lpstr>Definition (1/2)</vt:lpstr>
      <vt:lpstr>Definition (2/2)</vt:lpstr>
      <vt:lpstr>Outline</vt:lpstr>
      <vt:lpstr>Create a Static Library (1/3)</vt:lpstr>
      <vt:lpstr>Create a Static Library (2/3)</vt:lpstr>
      <vt:lpstr>Create a Static Library (3/3)</vt:lpstr>
      <vt:lpstr>Outline</vt:lpstr>
      <vt:lpstr>Exercise 1 (1/2)</vt:lpstr>
      <vt:lpstr>Exercise 1 (2/2)</vt:lpstr>
      <vt:lpstr>Outline</vt:lpstr>
      <vt:lpstr>Definition (1/3)</vt:lpstr>
      <vt:lpstr>Definition (2/3)</vt:lpstr>
      <vt:lpstr>Definition (3/3)</vt:lpstr>
      <vt:lpstr>Outline</vt:lpstr>
      <vt:lpstr>Create a Dynamic Library (1/4)</vt:lpstr>
      <vt:lpstr>Create a Dynamic Library (2/4)</vt:lpstr>
      <vt:lpstr>Create a Dynamic Library (3/4)</vt:lpstr>
      <vt:lpstr>Create a Dynamic Library (4/4)</vt:lpstr>
      <vt:lpstr>Outline</vt:lpstr>
      <vt:lpstr>Exercise 2 (1/2)</vt:lpstr>
      <vt:lpstr>Exercise 2 (2/2)</vt:lpstr>
      <vt:lpstr>Thanks for your listening</vt:lpstr>
    </vt:vector>
  </TitlesOfParts>
  <Company>國立高雄大學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Lab5_Kernel Module</dc:title>
  <dc:creator>PurpleRed</dc:creator>
  <cp:lastModifiedBy>yuwenhuang116@gmail.com</cp:lastModifiedBy>
  <cp:revision>32</cp:revision>
  <dcterms:created xsi:type="dcterms:W3CDTF">2023-09-11T12:11:00Z</dcterms:created>
  <dcterms:modified xsi:type="dcterms:W3CDTF">2026-09-29T18:20:44Z</dcterms:modified>
</cp:coreProperties>
</file>